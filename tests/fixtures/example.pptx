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815" r:id="rId4"/>
    <p:sldMasterId id="2147483809" r:id="rId5"/>
  </p:sldMasterIdLst>
  <p:notesMasterIdLst>
    <p:notesMasterId r:id="rId12"/>
  </p:notesMasterIdLst>
  <p:handoutMasterIdLst>
    <p:handoutMasterId r:id="rId13"/>
  </p:handoutMasterIdLst>
  <p:sldIdLst>
    <p:sldId id="564" r:id="rId6"/>
    <p:sldId id="330" r:id="rId7"/>
    <p:sldId id="843" r:id="rId8"/>
    <p:sldId id="840" r:id="rId9"/>
    <p:sldId id="837" r:id="rId10"/>
    <p:sldId id="844" r:id="rId11"/>
  </p:sldIdLst>
  <p:sldSz cx="12192000" cy="6858000"/>
  <p:notesSz cx="6797675" cy="9926638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Condensed Black" panose="02000000000000000000" pitchFamily="2" charset="0"/>
      <p:bold r:id="rId18"/>
    </p:embeddedFont>
    <p:embeddedFont>
      <p:font typeface="Square721 Cn BT" panose="020B0806030502060204" pitchFamily="34" charset="0"/>
      <p:regular r:id="rId19"/>
      <p:bold r:id="rId20"/>
    </p:embeddedFont>
    <p:embeddedFont>
      <p:font typeface="Tahoma" panose="020B0604030504040204" pitchFamily="34" charset="0"/>
      <p:regular r:id="rId21"/>
      <p:bold r:id="rId22"/>
    </p:embeddedFont>
    <p:embeddedFont>
      <p:font typeface="Univers LT Std 55" panose="020B0603020202020204" pitchFamily="34" charset="0"/>
      <p:regular r:id="rId23"/>
      <p:bold r:id="rId24"/>
      <p:italic r:id="rId25"/>
      <p:boldItalic r:id="rId26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A860359-BAF0-48D2-B022-E5E623456A6D}">
          <p14:sldIdLst>
            <p14:sldId id="564"/>
            <p14:sldId id="330"/>
            <p14:sldId id="843"/>
            <p14:sldId id="840"/>
            <p14:sldId id="837"/>
            <p14:sldId id="8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81" userDrawn="1">
          <p15:clr>
            <a:srgbClr val="A4A3A4"/>
          </p15:clr>
        </p15:guide>
        <p15:guide id="2" orient="horz" pos="3929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pos="212" userDrawn="1">
          <p15:clr>
            <a:srgbClr val="A4A3A4"/>
          </p15:clr>
        </p15:guide>
        <p15:guide id="5" pos="7301" userDrawn="1">
          <p15:clr>
            <a:srgbClr val="A4A3A4"/>
          </p15:clr>
        </p15:guide>
        <p15:guide id="6" pos="3812" userDrawn="1">
          <p15:clr>
            <a:srgbClr val="A4A3A4"/>
          </p15:clr>
        </p15:guide>
        <p15:guide id="7" pos="2500" userDrawn="1">
          <p15:clr>
            <a:srgbClr val="A4A3A4"/>
          </p15:clr>
        </p15:guide>
        <p15:guide id="8" pos="4901" userDrawn="1">
          <p15:clr>
            <a:srgbClr val="A4A3A4"/>
          </p15:clr>
        </p15:guide>
        <p15:guide id="9" pos="5013" userDrawn="1">
          <p15:clr>
            <a:srgbClr val="A4A3A4"/>
          </p15:clr>
        </p15:guide>
        <p15:guide id="10" pos="2612" userDrawn="1">
          <p15:clr>
            <a:srgbClr val="A4A3A4"/>
          </p15:clr>
        </p15:guide>
        <p15:guide id="11" pos="37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463" userDrawn="1">
          <p15:clr>
            <a:srgbClr val="A4A3A4"/>
          </p15:clr>
        </p15:guide>
        <p15:guide id="3" pos="4068" userDrawn="1">
          <p15:clr>
            <a:srgbClr val="A4A3A4"/>
          </p15:clr>
        </p15:guide>
        <p15:guide id="4" pos="100" userDrawn="1">
          <p15:clr>
            <a:srgbClr val="A4A3A4"/>
          </p15:clr>
        </p15:guide>
        <p15:guide id="5" pos="415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5511AC-CAB2-9C57-D02D-8C98FC8E563C}" name="Franz Schiller" initials="FS" userId="S::Franz.Schiller@software-quality-lab.com::c2aae353-670d-42f5-ae28-c881d4cc80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lf Bongard" initials="BR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100"/>
    <a:srgbClr val="D20824"/>
    <a:srgbClr val="474949"/>
    <a:srgbClr val="D7D7D7"/>
    <a:srgbClr val="E5AAAC"/>
    <a:srgbClr val="D30825"/>
    <a:srgbClr val="D20029"/>
    <a:srgbClr val="00855F"/>
    <a:srgbClr val="DB8400"/>
    <a:srgbClr val="0F5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27DF6-A85F-4F97-B816-69E34FC22378}" v="9" dt="2025-02-10T07:53:30.703"/>
  </p1510:revLst>
</p1510:revInfo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79085" autoAdjust="0"/>
  </p:normalViewPr>
  <p:slideViewPr>
    <p:cSldViewPr snapToObjects="1">
      <p:cViewPr varScale="1">
        <p:scale>
          <a:sx n="65" d="100"/>
          <a:sy n="65" d="100"/>
        </p:scale>
        <p:origin x="1402" y="62"/>
      </p:cViewPr>
      <p:guideLst>
        <p:guide orient="horz" pos="981"/>
        <p:guide orient="horz" pos="3929"/>
        <p:guide orient="horz" pos="2160"/>
        <p:guide pos="212"/>
        <p:guide pos="7301"/>
        <p:guide pos="3812"/>
        <p:guide pos="2500"/>
        <p:guide pos="4901"/>
        <p:guide pos="5013"/>
        <p:guide pos="2612"/>
        <p:guide pos="3701"/>
      </p:guideLst>
    </p:cSldViewPr>
  </p:slideViewPr>
  <p:outlineViewPr>
    <p:cViewPr>
      <p:scale>
        <a:sx n="33" d="100"/>
        <a:sy n="33" d="100"/>
      </p:scale>
      <p:origin x="0" y="-261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>
        <p:scale>
          <a:sx n="60" d="100"/>
          <a:sy n="60" d="100"/>
        </p:scale>
        <p:origin x="3636" y="468"/>
      </p:cViewPr>
      <p:guideLst>
        <p:guide orient="horz" pos="3126"/>
        <p:guide pos="463"/>
        <p:guide pos="4068"/>
        <p:guide pos="100"/>
        <p:guide pos="415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1.fntdata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Dumhart" userId="2998c8e5-fd20-405a-ac13-90619fadbc8a" providerId="ADAL" clId="{EBEA8AB4-9FBD-4D56-8302-A46C76C51D16}"/>
    <pc:docChg chg="undo custSel addSld delSld modSld sldOrd addSection delSection modSection">
      <pc:chgData name="Raphael Dumhart" userId="2998c8e5-fd20-405a-ac13-90619fadbc8a" providerId="ADAL" clId="{EBEA8AB4-9FBD-4D56-8302-A46C76C51D16}" dt="2024-08-14T09:56:41.895" v="10150" actId="6549"/>
      <pc:docMkLst>
        <pc:docMk/>
      </pc:docMkLst>
      <pc:sldChg chg="modSp mod">
        <pc:chgData name="Raphael Dumhart" userId="2998c8e5-fd20-405a-ac13-90619fadbc8a" providerId="ADAL" clId="{EBEA8AB4-9FBD-4D56-8302-A46C76C51D16}" dt="2024-08-12T12:10:24.272" v="10115" actId="6549"/>
        <pc:sldMkLst>
          <pc:docMk/>
          <pc:sldMk cId="2539834378" sldId="256"/>
        </pc:sldMkLst>
      </pc:sldChg>
      <pc:sldChg chg="del">
        <pc:chgData name="Raphael Dumhart" userId="2998c8e5-fd20-405a-ac13-90619fadbc8a" providerId="ADAL" clId="{EBEA8AB4-9FBD-4D56-8302-A46C76C51D16}" dt="2024-07-26T08:53:43.521" v="5805" actId="47"/>
        <pc:sldMkLst>
          <pc:docMk/>
          <pc:sldMk cId="1522022508" sldId="257"/>
        </pc:sldMkLst>
      </pc:sldChg>
      <pc:sldChg chg="modSp mod modNotesTx">
        <pc:chgData name="Raphael Dumhart" userId="2998c8e5-fd20-405a-ac13-90619fadbc8a" providerId="ADAL" clId="{EBEA8AB4-9FBD-4D56-8302-A46C76C51D16}" dt="2024-07-31T07:43:09.136" v="8152" actId="20577"/>
        <pc:sldMkLst>
          <pc:docMk/>
          <pc:sldMk cId="2667533149" sldId="258"/>
        </pc:sldMkLst>
      </pc:sldChg>
      <pc:sldChg chg="modSp mod">
        <pc:chgData name="Raphael Dumhart" userId="2998c8e5-fd20-405a-ac13-90619fadbc8a" providerId="ADAL" clId="{EBEA8AB4-9FBD-4D56-8302-A46C76C51D16}" dt="2024-08-12T09:59:48.450" v="8367" actId="6549"/>
        <pc:sldMkLst>
          <pc:docMk/>
          <pc:sldMk cId="2845337301" sldId="260"/>
        </pc:sldMkLst>
      </pc:sldChg>
      <pc:sldChg chg="ord">
        <pc:chgData name="Raphael Dumhart" userId="2998c8e5-fd20-405a-ac13-90619fadbc8a" providerId="ADAL" clId="{EBEA8AB4-9FBD-4D56-8302-A46C76C51D16}" dt="2024-07-30T14:45:52.074" v="5902"/>
        <pc:sldMkLst>
          <pc:docMk/>
          <pc:sldMk cId="2474531892" sldId="261"/>
        </pc:sldMkLst>
      </pc:sldChg>
      <pc:sldChg chg="ord">
        <pc:chgData name="Raphael Dumhart" userId="2998c8e5-fd20-405a-ac13-90619fadbc8a" providerId="ADAL" clId="{EBEA8AB4-9FBD-4D56-8302-A46C76C51D16}" dt="2024-07-30T14:45:52.074" v="5902"/>
        <pc:sldMkLst>
          <pc:docMk/>
          <pc:sldMk cId="208148960" sldId="263"/>
        </pc:sldMkLst>
      </pc:sldChg>
      <pc:sldChg chg="ord">
        <pc:chgData name="Raphael Dumhart" userId="2998c8e5-fd20-405a-ac13-90619fadbc8a" providerId="ADAL" clId="{EBEA8AB4-9FBD-4D56-8302-A46C76C51D16}" dt="2024-07-30T14:45:52.074" v="5902"/>
        <pc:sldMkLst>
          <pc:docMk/>
          <pc:sldMk cId="3666383114" sldId="264"/>
        </pc:sldMkLst>
      </pc:sldChg>
      <pc:sldChg chg="modSp mod ord">
        <pc:chgData name="Raphael Dumhart" userId="2998c8e5-fd20-405a-ac13-90619fadbc8a" providerId="ADAL" clId="{EBEA8AB4-9FBD-4D56-8302-A46C76C51D16}" dt="2024-07-31T07:48:28.167" v="8231" actId="20577"/>
        <pc:sldMkLst>
          <pc:docMk/>
          <pc:sldMk cId="2544027481" sldId="265"/>
        </pc:sldMkLst>
      </pc:sldChg>
      <pc:sldChg chg="addSp delSp modSp">
        <pc:chgData name="Raphael Dumhart" userId="2998c8e5-fd20-405a-ac13-90619fadbc8a" providerId="ADAL" clId="{EBEA8AB4-9FBD-4D56-8302-A46C76C51D16}" dt="2024-08-12T10:01:49.841" v="8396" actId="14100"/>
        <pc:sldMkLst>
          <pc:docMk/>
          <pc:sldMk cId="4215541922" sldId="266"/>
        </pc:sldMkLst>
      </pc:sldChg>
      <pc:sldChg chg="modSp modNotesTx">
        <pc:chgData name="Raphael Dumhart" userId="2998c8e5-fd20-405a-ac13-90619fadbc8a" providerId="ADAL" clId="{EBEA8AB4-9FBD-4D56-8302-A46C76C51D16}" dt="2024-08-12T10:05:46.339" v="8401" actId="6549"/>
        <pc:sldMkLst>
          <pc:docMk/>
          <pc:sldMk cId="3347527574" sldId="267"/>
        </pc:sldMkLst>
      </pc:sldChg>
      <pc:sldChg chg="addSp delSp modSp mod ord modClrScheme chgLayout">
        <pc:chgData name="Raphael Dumhart" userId="2998c8e5-fd20-405a-ac13-90619fadbc8a" providerId="ADAL" clId="{EBEA8AB4-9FBD-4D56-8302-A46C76C51D16}" dt="2024-07-08T14:34:35.881" v="4751" actId="478"/>
        <pc:sldMkLst>
          <pc:docMk/>
          <pc:sldMk cId="4010271722" sldId="269"/>
        </pc:sldMkLst>
      </pc:sldChg>
      <pc:sldChg chg="modNotesTx">
        <pc:chgData name="Raphael Dumhart" userId="2998c8e5-fd20-405a-ac13-90619fadbc8a" providerId="ADAL" clId="{EBEA8AB4-9FBD-4D56-8302-A46C76C51D16}" dt="2024-08-12T11:58:51.739" v="9771" actId="20577"/>
        <pc:sldMkLst>
          <pc:docMk/>
          <pc:sldMk cId="1184527964" sldId="270"/>
        </pc:sldMkLst>
      </pc:sldChg>
      <pc:sldChg chg="modSp mod ord">
        <pc:chgData name="Raphael Dumhart" userId="2998c8e5-fd20-405a-ac13-90619fadbc8a" providerId="ADAL" clId="{EBEA8AB4-9FBD-4D56-8302-A46C76C51D16}" dt="2024-08-14T08:14:56.785" v="10126" actId="948"/>
        <pc:sldMkLst>
          <pc:docMk/>
          <pc:sldMk cId="2626974552" sldId="271"/>
        </pc:sldMkLst>
      </pc:sldChg>
      <pc:sldChg chg="addSp delSp modSp mod modNotesTx">
        <pc:chgData name="Raphael Dumhart" userId="2998c8e5-fd20-405a-ac13-90619fadbc8a" providerId="ADAL" clId="{EBEA8AB4-9FBD-4D56-8302-A46C76C51D16}" dt="2024-07-08T09:52:49.257" v="904" actId="948"/>
        <pc:sldMkLst>
          <pc:docMk/>
          <pc:sldMk cId="2930806314" sldId="272"/>
        </pc:sldMkLst>
      </pc:sldChg>
      <pc:sldChg chg="addSp delSp modSp del mod">
        <pc:chgData name="Raphael Dumhart" userId="2998c8e5-fd20-405a-ac13-90619fadbc8a" providerId="ADAL" clId="{EBEA8AB4-9FBD-4D56-8302-A46C76C51D16}" dt="2024-07-08T10:47:03.968" v="1349" actId="47"/>
        <pc:sldMkLst>
          <pc:docMk/>
          <pc:sldMk cId="2060609390" sldId="273"/>
        </pc:sldMkLst>
      </pc:sldChg>
      <pc:sldChg chg="addSp delSp modSp mod">
        <pc:chgData name="Raphael Dumhart" userId="2998c8e5-fd20-405a-ac13-90619fadbc8a" providerId="ADAL" clId="{EBEA8AB4-9FBD-4D56-8302-A46C76C51D16}" dt="2024-07-08T11:25:22.403" v="1655" actId="2710"/>
        <pc:sldMkLst>
          <pc:docMk/>
          <pc:sldMk cId="290135584" sldId="275"/>
        </pc:sldMkLst>
      </pc:sldChg>
      <pc:sldChg chg="modSp modNotesTx">
        <pc:chgData name="Raphael Dumhart" userId="2998c8e5-fd20-405a-ac13-90619fadbc8a" providerId="ADAL" clId="{EBEA8AB4-9FBD-4D56-8302-A46C76C51D16}" dt="2024-07-12T12:01:36.842" v="5103" actId="6549"/>
        <pc:sldMkLst>
          <pc:docMk/>
          <pc:sldMk cId="86997471" sldId="276"/>
        </pc:sldMkLst>
      </pc:sldChg>
      <pc:sldChg chg="modSp mod">
        <pc:chgData name="Raphael Dumhart" userId="2998c8e5-fd20-405a-ac13-90619fadbc8a" providerId="ADAL" clId="{EBEA8AB4-9FBD-4D56-8302-A46C76C51D16}" dt="2024-07-26T07:15:04.449" v="5803" actId="1035"/>
        <pc:sldMkLst>
          <pc:docMk/>
          <pc:sldMk cId="195588200" sldId="277"/>
        </pc:sldMkLst>
      </pc:sldChg>
      <pc:sldChg chg="addSp delSp modSp del mod modClrScheme chgLayout">
        <pc:chgData name="Raphael Dumhart" userId="2998c8e5-fd20-405a-ac13-90619fadbc8a" providerId="ADAL" clId="{EBEA8AB4-9FBD-4D56-8302-A46C76C51D16}" dt="2024-07-08T15:17:20.434" v="4752" actId="2696"/>
        <pc:sldMkLst>
          <pc:docMk/>
          <pc:sldMk cId="2513892523" sldId="278"/>
        </pc:sldMkLst>
      </pc:sldChg>
      <pc:sldChg chg="addSp delSp modSp del mod">
        <pc:chgData name="Raphael Dumhart" userId="2998c8e5-fd20-405a-ac13-90619fadbc8a" providerId="ADAL" clId="{EBEA8AB4-9FBD-4D56-8302-A46C76C51D16}" dt="2024-07-08T15:17:20.434" v="4752" actId="2696"/>
        <pc:sldMkLst>
          <pc:docMk/>
          <pc:sldMk cId="1645102225" sldId="279"/>
        </pc:sldMkLst>
      </pc:sldChg>
      <pc:sldChg chg="modSp del mod ord">
        <pc:chgData name="Raphael Dumhart" userId="2998c8e5-fd20-405a-ac13-90619fadbc8a" providerId="ADAL" clId="{EBEA8AB4-9FBD-4D56-8302-A46C76C51D16}" dt="2024-08-12T11:05:38.240" v="8445" actId="47"/>
        <pc:sldMkLst>
          <pc:docMk/>
          <pc:sldMk cId="183143359" sldId="280"/>
        </pc:sldMkLst>
      </pc:sldChg>
      <pc:sldChg chg="addSp delSp modSp mod modClrScheme chgLayout">
        <pc:chgData name="Raphael Dumhart" userId="2998c8e5-fd20-405a-ac13-90619fadbc8a" providerId="ADAL" clId="{EBEA8AB4-9FBD-4D56-8302-A46C76C51D16}" dt="2024-07-26T07:08:03.871" v="5744" actId="20577"/>
        <pc:sldMkLst>
          <pc:docMk/>
          <pc:sldMk cId="2371446609" sldId="281"/>
        </pc:sldMkLst>
      </pc:sldChg>
      <pc:sldChg chg="modSp del mod">
        <pc:chgData name="Raphael Dumhart" userId="2998c8e5-fd20-405a-ac13-90619fadbc8a" providerId="ADAL" clId="{EBEA8AB4-9FBD-4D56-8302-A46C76C51D16}" dt="2024-08-12T10:24:00.156" v="8420" actId="47"/>
        <pc:sldMkLst>
          <pc:docMk/>
          <pc:sldMk cId="1345379630" sldId="282"/>
        </pc:sldMkLst>
      </pc:sldChg>
      <pc:sldChg chg="modSp del mod">
        <pc:chgData name="Raphael Dumhart" userId="2998c8e5-fd20-405a-ac13-90619fadbc8a" providerId="ADAL" clId="{EBEA8AB4-9FBD-4D56-8302-A46C76C51D16}" dt="2024-08-12T10:24:00.156" v="8420" actId="47"/>
        <pc:sldMkLst>
          <pc:docMk/>
          <pc:sldMk cId="3429053933" sldId="283"/>
        </pc:sldMkLst>
      </pc:sldChg>
      <pc:sldChg chg="addSp delSp modSp mod modNotesTx">
        <pc:chgData name="Raphael Dumhart" userId="2998c8e5-fd20-405a-ac13-90619fadbc8a" providerId="ADAL" clId="{EBEA8AB4-9FBD-4D56-8302-A46C76C51D16}" dt="2024-08-12T11:49:57.323" v="9508" actId="2711"/>
        <pc:sldMkLst>
          <pc:docMk/>
          <pc:sldMk cId="2374893475" sldId="284"/>
        </pc:sldMkLst>
      </pc:sldChg>
      <pc:sldChg chg="addSp delSp modSp add mod">
        <pc:chgData name="Raphael Dumhart" userId="2998c8e5-fd20-405a-ac13-90619fadbc8a" providerId="ADAL" clId="{EBEA8AB4-9FBD-4D56-8302-A46C76C51D16}" dt="2024-07-08T10:52:14.774" v="1425" actId="6549"/>
        <pc:sldMkLst>
          <pc:docMk/>
          <pc:sldMk cId="3563124665" sldId="285"/>
        </pc:sldMkLst>
      </pc:sldChg>
      <pc:sldChg chg="modSp add mod modNotesTx">
        <pc:chgData name="Raphael Dumhart" userId="2998c8e5-fd20-405a-ac13-90619fadbc8a" providerId="ADAL" clId="{EBEA8AB4-9FBD-4D56-8302-A46C76C51D16}" dt="2024-07-08T12:07:12.974" v="1997" actId="2710"/>
        <pc:sldMkLst>
          <pc:docMk/>
          <pc:sldMk cId="3533865259" sldId="286"/>
        </pc:sldMkLst>
      </pc:sldChg>
      <pc:sldChg chg="modSp add mod">
        <pc:chgData name="Raphael Dumhart" userId="2998c8e5-fd20-405a-ac13-90619fadbc8a" providerId="ADAL" clId="{EBEA8AB4-9FBD-4D56-8302-A46C76C51D16}" dt="2024-08-12T10:23:22.224" v="8419" actId="20577"/>
        <pc:sldMkLst>
          <pc:docMk/>
          <pc:sldMk cId="1549013499" sldId="287"/>
        </pc:sldMkLst>
      </pc:sldChg>
      <pc:sldChg chg="addSp delSp modSp new del mod modClrScheme chgLayout">
        <pc:chgData name="Raphael Dumhart" userId="2998c8e5-fd20-405a-ac13-90619fadbc8a" providerId="ADAL" clId="{EBEA8AB4-9FBD-4D56-8302-A46C76C51D16}" dt="2024-07-08T12:37:14.281" v="2576" actId="47"/>
        <pc:sldMkLst>
          <pc:docMk/>
          <pc:sldMk cId="2705842959" sldId="288"/>
        </pc:sldMkLst>
      </pc:sldChg>
      <pc:sldChg chg="addSp delSp modSp new mod ord modClrScheme chgLayout">
        <pc:chgData name="Raphael Dumhart" userId="2998c8e5-fd20-405a-ac13-90619fadbc8a" providerId="ADAL" clId="{EBEA8AB4-9FBD-4D56-8302-A46C76C51D16}" dt="2024-08-12T12:04:19.905" v="10047"/>
        <pc:sldMkLst>
          <pc:docMk/>
          <pc:sldMk cId="3494372231" sldId="288"/>
        </pc:sldMkLst>
      </pc:sldChg>
      <pc:sldChg chg="addSp delSp modSp new mod ord modClrScheme chgLayout">
        <pc:chgData name="Raphael Dumhart" userId="2998c8e5-fd20-405a-ac13-90619fadbc8a" providerId="ADAL" clId="{EBEA8AB4-9FBD-4D56-8302-A46C76C51D16}" dt="2024-07-30T14:45:52.074" v="5902"/>
        <pc:sldMkLst>
          <pc:docMk/>
          <pc:sldMk cId="2584496898" sldId="289"/>
        </pc:sldMkLst>
      </pc:sldChg>
      <pc:sldChg chg="modSp add del mod ord">
        <pc:chgData name="Raphael Dumhart" userId="2998c8e5-fd20-405a-ac13-90619fadbc8a" providerId="ADAL" clId="{EBEA8AB4-9FBD-4D56-8302-A46C76C51D16}" dt="2024-07-08T15:17:37.558" v="4753" actId="47"/>
        <pc:sldMkLst>
          <pc:docMk/>
          <pc:sldMk cId="1484440910" sldId="290"/>
        </pc:sldMkLst>
      </pc:sldChg>
      <pc:sldChg chg="addSp delSp modSp add del mod">
        <pc:chgData name="Raphael Dumhart" userId="2998c8e5-fd20-405a-ac13-90619fadbc8a" providerId="ADAL" clId="{EBEA8AB4-9FBD-4D56-8302-A46C76C51D16}" dt="2024-07-08T15:17:20.434" v="4752" actId="2696"/>
        <pc:sldMkLst>
          <pc:docMk/>
          <pc:sldMk cId="2254806888" sldId="291"/>
        </pc:sldMkLst>
      </pc:sldChg>
      <pc:sldChg chg="addSp delSp modSp add del mod">
        <pc:chgData name="Raphael Dumhart" userId="2998c8e5-fd20-405a-ac13-90619fadbc8a" providerId="ADAL" clId="{EBEA8AB4-9FBD-4D56-8302-A46C76C51D16}" dt="2024-07-08T15:17:20.434" v="4752" actId="2696"/>
        <pc:sldMkLst>
          <pc:docMk/>
          <pc:sldMk cId="2848820933" sldId="292"/>
        </pc:sldMkLst>
      </pc:sldChg>
      <pc:sldChg chg="addSp delSp modSp add del mod">
        <pc:chgData name="Raphael Dumhart" userId="2998c8e5-fd20-405a-ac13-90619fadbc8a" providerId="ADAL" clId="{EBEA8AB4-9FBD-4D56-8302-A46C76C51D16}" dt="2024-07-08T15:17:20.434" v="4752" actId="2696"/>
        <pc:sldMkLst>
          <pc:docMk/>
          <pc:sldMk cId="3120188608" sldId="293"/>
        </pc:sldMkLst>
      </pc:sldChg>
      <pc:sldChg chg="modSp add del mod ord">
        <pc:chgData name="Raphael Dumhart" userId="2998c8e5-fd20-405a-ac13-90619fadbc8a" providerId="ADAL" clId="{EBEA8AB4-9FBD-4D56-8302-A46C76C51D16}" dt="2024-08-12T09:37:58.119" v="8352" actId="47"/>
        <pc:sldMkLst>
          <pc:docMk/>
          <pc:sldMk cId="3338637326" sldId="293"/>
        </pc:sldMkLst>
      </pc:sldChg>
      <pc:sldChg chg="modSp add del mod">
        <pc:chgData name="Raphael Dumhart" userId="2998c8e5-fd20-405a-ac13-90619fadbc8a" providerId="ADAL" clId="{EBEA8AB4-9FBD-4D56-8302-A46C76C51D16}" dt="2024-07-08T14:27:47.500" v="4739" actId="47"/>
        <pc:sldMkLst>
          <pc:docMk/>
          <pc:sldMk cId="654050817" sldId="294"/>
        </pc:sldMkLst>
      </pc:sldChg>
      <pc:sldChg chg="modSp add del mod">
        <pc:chgData name="Raphael Dumhart" userId="2998c8e5-fd20-405a-ac13-90619fadbc8a" providerId="ADAL" clId="{EBEA8AB4-9FBD-4D56-8302-A46C76C51D16}" dt="2024-07-08T14:22:59.333" v="4661" actId="2696"/>
        <pc:sldMkLst>
          <pc:docMk/>
          <pc:sldMk cId="1542586512" sldId="294"/>
        </pc:sldMkLst>
      </pc:sldChg>
      <pc:sldChg chg="modSp add mod">
        <pc:chgData name="Raphael Dumhart" userId="2998c8e5-fd20-405a-ac13-90619fadbc8a" providerId="ADAL" clId="{EBEA8AB4-9FBD-4D56-8302-A46C76C51D16}" dt="2024-07-31T07:44:31.831" v="8178" actId="6549"/>
        <pc:sldMkLst>
          <pc:docMk/>
          <pc:sldMk cId="3402553707" sldId="295"/>
        </pc:sldMkLst>
      </pc:sldChg>
      <pc:sldChg chg="modSp add del mod">
        <pc:chgData name="Raphael Dumhart" userId="2998c8e5-fd20-405a-ac13-90619fadbc8a" providerId="ADAL" clId="{EBEA8AB4-9FBD-4D56-8302-A46C76C51D16}" dt="2024-08-12T10:24:00.156" v="8420" actId="47"/>
        <pc:sldMkLst>
          <pc:docMk/>
          <pc:sldMk cId="3032322841" sldId="296"/>
        </pc:sldMkLst>
      </pc:sldChg>
      <pc:sldChg chg="addSp delSp modSp new mod modClrScheme chgLayout">
        <pc:chgData name="Raphael Dumhart" userId="2998c8e5-fd20-405a-ac13-90619fadbc8a" providerId="ADAL" clId="{EBEA8AB4-9FBD-4D56-8302-A46C76C51D16}" dt="2024-08-12T11:40:26.638" v="9162" actId="2710"/>
        <pc:sldMkLst>
          <pc:docMk/>
          <pc:sldMk cId="1335438065" sldId="297"/>
        </pc:sldMkLst>
      </pc:sldChg>
      <pc:sldChg chg="modSp add del mod">
        <pc:chgData name="Raphael Dumhart" userId="2998c8e5-fd20-405a-ac13-90619fadbc8a" providerId="ADAL" clId="{EBEA8AB4-9FBD-4D56-8302-A46C76C51D16}" dt="2024-08-12T09:37:58.119" v="8352" actId="47"/>
        <pc:sldMkLst>
          <pc:docMk/>
          <pc:sldMk cId="1780535686" sldId="298"/>
        </pc:sldMkLst>
      </pc:sldChg>
      <pc:sldChg chg="modSp new mod ord">
        <pc:chgData name="Raphael Dumhart" userId="2998c8e5-fd20-405a-ac13-90619fadbc8a" providerId="ADAL" clId="{EBEA8AB4-9FBD-4D56-8302-A46C76C51D16}" dt="2024-07-30T14:48:18.162" v="5930" actId="20578"/>
        <pc:sldMkLst>
          <pc:docMk/>
          <pc:sldMk cId="589379101" sldId="299"/>
        </pc:sldMkLst>
      </pc:sldChg>
      <pc:sldChg chg="addSp delSp modSp new del mod modClrScheme chgLayout">
        <pc:chgData name="Raphael Dumhart" userId="2998c8e5-fd20-405a-ac13-90619fadbc8a" providerId="ADAL" clId="{EBEA8AB4-9FBD-4D56-8302-A46C76C51D16}" dt="2024-07-30T14:44:31.190" v="5897" actId="47"/>
        <pc:sldMkLst>
          <pc:docMk/>
          <pc:sldMk cId="2504647937" sldId="299"/>
        </pc:sldMkLst>
      </pc:sldChg>
      <pc:sldChg chg="addSp delSp modSp new mod modClrScheme chgLayout">
        <pc:chgData name="Raphael Dumhart" userId="2998c8e5-fd20-405a-ac13-90619fadbc8a" providerId="ADAL" clId="{EBEA8AB4-9FBD-4D56-8302-A46C76C51D16}" dt="2024-08-12T10:14:33.536" v="8408" actId="33524"/>
        <pc:sldMkLst>
          <pc:docMk/>
          <pc:sldMk cId="1555015198" sldId="300"/>
        </pc:sldMkLst>
      </pc:sldChg>
      <pc:sldChg chg="addSp delSp modSp add mod">
        <pc:chgData name="Raphael Dumhart" userId="2998c8e5-fd20-405a-ac13-90619fadbc8a" providerId="ADAL" clId="{EBEA8AB4-9FBD-4D56-8302-A46C76C51D16}" dt="2024-07-31T06:26:09.449" v="6318" actId="478"/>
        <pc:sldMkLst>
          <pc:docMk/>
          <pc:sldMk cId="3980985663" sldId="301"/>
        </pc:sldMkLst>
      </pc:sldChg>
      <pc:sldChg chg="addSp delSp modSp add mod ord">
        <pc:chgData name="Raphael Dumhart" userId="2998c8e5-fd20-405a-ac13-90619fadbc8a" providerId="ADAL" clId="{EBEA8AB4-9FBD-4D56-8302-A46C76C51D16}" dt="2024-08-12T10:17:48.354" v="8415" actId="313"/>
        <pc:sldMkLst>
          <pc:docMk/>
          <pc:sldMk cId="927953911" sldId="302"/>
        </pc:sldMkLst>
      </pc:sldChg>
      <pc:sldChg chg="addSp delSp modSp add mod">
        <pc:chgData name="Raphael Dumhart" userId="2998c8e5-fd20-405a-ac13-90619fadbc8a" providerId="ADAL" clId="{EBEA8AB4-9FBD-4D56-8302-A46C76C51D16}" dt="2024-08-12T10:16:22.004" v="8409" actId="20577"/>
        <pc:sldMkLst>
          <pc:docMk/>
          <pc:sldMk cId="3886565038" sldId="303"/>
        </pc:sldMkLst>
      </pc:sldChg>
      <pc:sldChg chg="addSp delSp modSp add mod modNotesTx">
        <pc:chgData name="Raphael Dumhart" userId="2998c8e5-fd20-405a-ac13-90619fadbc8a" providerId="ADAL" clId="{EBEA8AB4-9FBD-4D56-8302-A46C76C51D16}" dt="2024-08-12T10:17:02.134" v="8412" actId="113"/>
        <pc:sldMkLst>
          <pc:docMk/>
          <pc:sldMk cId="711261493" sldId="304"/>
        </pc:sldMkLst>
      </pc:sldChg>
      <pc:sldChg chg="addSp delSp modSp add del mod modNotesTx">
        <pc:chgData name="Raphael Dumhart" userId="2998c8e5-fd20-405a-ac13-90619fadbc8a" providerId="ADAL" clId="{EBEA8AB4-9FBD-4D56-8302-A46C76C51D16}" dt="2024-07-31T07:30:21.831" v="7813" actId="47"/>
        <pc:sldMkLst>
          <pc:docMk/>
          <pc:sldMk cId="923508437" sldId="305"/>
        </pc:sldMkLst>
      </pc:sldChg>
      <pc:sldChg chg="addSp delSp modSp new mod modClrScheme chgLayout modNotesTx">
        <pc:chgData name="Raphael Dumhart" userId="2998c8e5-fd20-405a-ac13-90619fadbc8a" providerId="ADAL" clId="{EBEA8AB4-9FBD-4D56-8302-A46C76C51D16}" dt="2024-08-14T08:15:03.522" v="10127"/>
        <pc:sldMkLst>
          <pc:docMk/>
          <pc:sldMk cId="3031797899" sldId="306"/>
        </pc:sldMkLst>
      </pc:sldChg>
      <pc:sldChg chg="modSp add mod">
        <pc:chgData name="Raphael Dumhart" userId="2998c8e5-fd20-405a-ac13-90619fadbc8a" providerId="ADAL" clId="{EBEA8AB4-9FBD-4D56-8302-A46C76C51D16}" dt="2024-08-12T10:17:34.742" v="8414" actId="20577"/>
        <pc:sldMkLst>
          <pc:docMk/>
          <pc:sldMk cId="2188281778" sldId="307"/>
        </pc:sldMkLst>
      </pc:sldChg>
      <pc:sldChg chg="addSp delSp modSp add del mod ord modShow">
        <pc:chgData name="Raphael Dumhart" userId="2998c8e5-fd20-405a-ac13-90619fadbc8a" providerId="ADAL" clId="{EBEA8AB4-9FBD-4D56-8302-A46C76C51D16}" dt="2024-08-12T12:06:15.566" v="10108" actId="47"/>
        <pc:sldMkLst>
          <pc:docMk/>
          <pc:sldMk cId="522297445" sldId="308"/>
        </pc:sldMkLst>
      </pc:sldChg>
      <pc:sldChg chg="addSp delSp modSp new mod modClrScheme chgLayout">
        <pc:chgData name="Raphael Dumhart" userId="2998c8e5-fd20-405a-ac13-90619fadbc8a" providerId="ADAL" clId="{EBEA8AB4-9FBD-4D56-8302-A46C76C51D16}" dt="2024-08-14T08:14:30.818" v="10118"/>
        <pc:sldMkLst>
          <pc:docMk/>
          <pc:sldMk cId="1858940382" sldId="309"/>
        </pc:sldMkLst>
      </pc:sldChg>
      <pc:sldChg chg="modSp add mod">
        <pc:chgData name="Raphael Dumhart" userId="2998c8e5-fd20-405a-ac13-90619fadbc8a" providerId="ADAL" clId="{EBEA8AB4-9FBD-4D56-8302-A46C76C51D16}" dt="2024-08-12T11:42:24.444" v="9299" actId="948"/>
        <pc:sldMkLst>
          <pc:docMk/>
          <pc:sldMk cId="3243541433" sldId="310"/>
        </pc:sldMkLst>
      </pc:sldChg>
      <pc:sldChg chg="modSp add mod">
        <pc:chgData name="Raphael Dumhart" userId="2998c8e5-fd20-405a-ac13-90619fadbc8a" providerId="ADAL" clId="{EBEA8AB4-9FBD-4D56-8302-A46C76C51D16}" dt="2024-08-14T09:56:41.895" v="10150" actId="6549"/>
        <pc:sldMkLst>
          <pc:docMk/>
          <pc:sldMk cId="1580152248" sldId="311"/>
        </pc:sldMkLst>
      </pc:sldChg>
      <pc:sldChg chg="addSp delSp modSp add del mod">
        <pc:chgData name="Raphael Dumhart" userId="2998c8e5-fd20-405a-ac13-90619fadbc8a" providerId="ADAL" clId="{EBEA8AB4-9FBD-4D56-8302-A46C76C51D16}" dt="2024-08-12T12:04:23.470" v="10048" actId="47"/>
        <pc:sldMkLst>
          <pc:docMk/>
          <pc:sldMk cId="592685070" sldId="312"/>
        </pc:sldMkLst>
      </pc:sldChg>
      <pc:sldChg chg="addSp delSp modSp new mod modClrScheme chgLayout">
        <pc:chgData name="Raphael Dumhart" userId="2998c8e5-fd20-405a-ac13-90619fadbc8a" providerId="ADAL" clId="{EBEA8AB4-9FBD-4D56-8302-A46C76C51D16}" dt="2024-08-12T12:05:25.342" v="10106" actId="1035"/>
        <pc:sldMkLst>
          <pc:docMk/>
          <pc:sldMk cId="1881765597" sldId="313"/>
        </pc:sldMkLst>
      </pc:sldChg>
    </pc:docChg>
  </pc:docChgLst>
  <pc:docChgLst>
    <pc:chgData name="Jürgen Korntheuer" userId="d85d97ab-4ac9-4646-8cf4-02bfc5c9a77f" providerId="ADAL" clId="{6DC0866C-AA06-4EFB-B4B8-880EFE85236F}"/>
    <pc:docChg chg="undo custSel modSld delMainMaster modMainMaster">
      <pc:chgData name="Jürgen Korntheuer" userId="d85d97ab-4ac9-4646-8cf4-02bfc5c9a77f" providerId="ADAL" clId="{6DC0866C-AA06-4EFB-B4B8-880EFE85236F}" dt="2023-09-21T12:26:50.178" v="496" actId="700"/>
      <pc:docMkLst>
        <pc:docMk/>
      </pc:docMkLst>
      <pc:sldChg chg="modSp mod">
        <pc:chgData name="Jürgen Korntheuer" userId="d85d97ab-4ac9-4646-8cf4-02bfc5c9a77f" providerId="ADAL" clId="{6DC0866C-AA06-4EFB-B4B8-880EFE85236F}" dt="2023-09-20T12:39:10.206" v="311" actId="255"/>
        <pc:sldMkLst>
          <pc:docMk/>
          <pc:sldMk cId="3195607873" sldId="662"/>
        </pc:sldMkLst>
      </pc:sldChg>
      <pc:sldChg chg="modSp mod modClrScheme chgLayout">
        <pc:chgData name="Jürgen Korntheuer" userId="d85d97ab-4ac9-4646-8cf4-02bfc5c9a77f" providerId="ADAL" clId="{6DC0866C-AA06-4EFB-B4B8-880EFE85236F}" dt="2023-09-21T12:26:50.178" v="496" actId="700"/>
        <pc:sldMkLst>
          <pc:docMk/>
          <pc:sldMk cId="915258472" sldId="724"/>
        </pc:sldMkLst>
      </pc:sldChg>
      <pc:sldChg chg="modSp mod">
        <pc:chgData name="Jürgen Korntheuer" userId="d85d97ab-4ac9-4646-8cf4-02bfc5c9a77f" providerId="ADAL" clId="{6DC0866C-AA06-4EFB-B4B8-880EFE85236F}" dt="2023-09-20T12:40:05.822" v="314" actId="255"/>
        <pc:sldMkLst>
          <pc:docMk/>
          <pc:sldMk cId="2199092728" sldId="727"/>
        </pc:sldMkLst>
      </pc:sldChg>
      <pc:sldMasterChg chg="addSp delSp modSp mod modSldLayout">
        <pc:chgData name="Jürgen Korntheuer" userId="d85d97ab-4ac9-4646-8cf4-02bfc5c9a77f" providerId="ADAL" clId="{6DC0866C-AA06-4EFB-B4B8-880EFE85236F}" dt="2023-09-21T10:55:01.095" v="493" actId="14100"/>
        <pc:sldMasterMkLst>
          <pc:docMk/>
          <pc:sldMasterMk cId="3657460412" sldId="2147483657"/>
        </pc:sldMasterMkLst>
        <pc:sldLayoutChg chg="modSp mod">
          <pc:chgData name="Jürgen Korntheuer" userId="d85d97ab-4ac9-4646-8cf4-02bfc5c9a77f" providerId="ADAL" clId="{6DC0866C-AA06-4EFB-B4B8-880EFE85236F}" dt="2023-09-20T13:09:32.525" v="393" actId="14100"/>
          <pc:sldLayoutMkLst>
            <pc:docMk/>
            <pc:sldMasterMk cId="3657460412" sldId="2147483657"/>
            <pc:sldLayoutMk cId="997580699" sldId="2147483660"/>
          </pc:sldLayoutMkLst>
        </pc:sldLayoutChg>
        <pc:sldLayoutChg chg="modSp">
          <pc:chgData name="Jürgen Korntheuer" userId="d85d97ab-4ac9-4646-8cf4-02bfc5c9a77f" providerId="ADAL" clId="{6DC0866C-AA06-4EFB-B4B8-880EFE85236F}" dt="2023-09-20T12:03:35.652" v="242" actId="2711"/>
          <pc:sldLayoutMkLst>
            <pc:docMk/>
            <pc:sldMasterMk cId="3657460412" sldId="2147483657"/>
            <pc:sldLayoutMk cId="181658914" sldId="2147483663"/>
          </pc:sldLayoutMkLst>
        </pc:sldLayoutChg>
        <pc:sldLayoutChg chg="modSp">
          <pc:chgData name="Jürgen Korntheuer" userId="d85d97ab-4ac9-4646-8cf4-02bfc5c9a77f" providerId="ADAL" clId="{6DC0866C-AA06-4EFB-B4B8-880EFE85236F}" dt="2023-09-20T12:06:07.515" v="249" actId="2711"/>
          <pc:sldLayoutMkLst>
            <pc:docMk/>
            <pc:sldMasterMk cId="3657460412" sldId="2147483657"/>
            <pc:sldLayoutMk cId="3995235000" sldId="2147483664"/>
          </pc:sldLayoutMkLst>
        </pc:sldLayoutChg>
        <pc:sldLayoutChg chg="modSp mod">
          <pc:chgData name="Jürgen Korntheuer" userId="d85d97ab-4ac9-4646-8cf4-02bfc5c9a77f" providerId="ADAL" clId="{6DC0866C-AA06-4EFB-B4B8-880EFE85236F}" dt="2023-09-21T09:22:16.255" v="481" actId="12"/>
          <pc:sldLayoutMkLst>
            <pc:docMk/>
            <pc:sldMasterMk cId="3657460412" sldId="2147483657"/>
            <pc:sldLayoutMk cId="2525261325" sldId="2147483665"/>
          </pc:sldLayoutMkLst>
        </pc:sldLayoutChg>
        <pc:sldLayoutChg chg="modSp mod">
          <pc:chgData name="Jürgen Korntheuer" userId="d85d97ab-4ac9-4646-8cf4-02bfc5c9a77f" providerId="ADAL" clId="{6DC0866C-AA06-4EFB-B4B8-880EFE85236F}" dt="2023-09-20T13:23:38.304" v="424" actId="1582"/>
          <pc:sldLayoutMkLst>
            <pc:docMk/>
            <pc:sldMasterMk cId="3657460412" sldId="2147483657"/>
            <pc:sldLayoutMk cId="658229246" sldId="2147483666"/>
          </pc:sldLayoutMkLst>
        </pc:sldLayoutChg>
        <pc:sldLayoutChg chg="modSp mod">
          <pc:chgData name="Jürgen Korntheuer" userId="d85d97ab-4ac9-4646-8cf4-02bfc5c9a77f" providerId="ADAL" clId="{6DC0866C-AA06-4EFB-B4B8-880EFE85236F}" dt="2023-09-20T13:23:17.683" v="422" actId="1582"/>
          <pc:sldLayoutMkLst>
            <pc:docMk/>
            <pc:sldMasterMk cId="3657460412" sldId="2147483657"/>
            <pc:sldLayoutMk cId="3564483307" sldId="2147483667"/>
          </pc:sldLayoutMkLst>
        </pc:sldLayoutChg>
        <pc:sldLayoutChg chg="modSp">
          <pc:chgData name="Jürgen Korntheuer" userId="d85d97ab-4ac9-4646-8cf4-02bfc5c9a77f" providerId="ADAL" clId="{6DC0866C-AA06-4EFB-B4B8-880EFE85236F}" dt="2023-09-20T12:06:44.461" v="252" actId="2711"/>
          <pc:sldLayoutMkLst>
            <pc:docMk/>
            <pc:sldMasterMk cId="3657460412" sldId="2147483657"/>
            <pc:sldLayoutMk cId="602780107" sldId="2147483668"/>
          </pc:sldLayoutMkLst>
        </pc:sldLayoutChg>
        <pc:sldLayoutChg chg="addSp delSp modSp mod">
          <pc:chgData name="Jürgen Korntheuer" userId="d85d97ab-4ac9-4646-8cf4-02bfc5c9a77f" providerId="ADAL" clId="{6DC0866C-AA06-4EFB-B4B8-880EFE85236F}" dt="2023-09-21T10:55:01.095" v="493" actId="14100"/>
          <pc:sldLayoutMkLst>
            <pc:docMk/>
            <pc:sldMasterMk cId="3657460412" sldId="2147483657"/>
            <pc:sldLayoutMk cId="534556704" sldId="2147483669"/>
          </pc:sldLayoutMkLst>
        </pc:sldLayoutChg>
        <pc:sldLayoutChg chg="modSp mod">
          <pc:chgData name="Jürgen Korntheuer" userId="d85d97ab-4ac9-4646-8cf4-02bfc5c9a77f" providerId="ADAL" clId="{6DC0866C-AA06-4EFB-B4B8-880EFE85236F}" dt="2023-09-21T07:34:32.285" v="442" actId="113"/>
          <pc:sldLayoutMkLst>
            <pc:docMk/>
            <pc:sldMasterMk cId="3657460412" sldId="2147483657"/>
            <pc:sldLayoutMk cId="3761210127" sldId="2147483672"/>
          </pc:sldLayoutMkLst>
        </pc:sldLayoutChg>
        <pc:sldLayoutChg chg="modSp mod">
          <pc:chgData name="Jürgen Korntheuer" userId="d85d97ab-4ac9-4646-8cf4-02bfc5c9a77f" providerId="ADAL" clId="{6DC0866C-AA06-4EFB-B4B8-880EFE85236F}" dt="2023-09-20T13:23:24.359" v="423" actId="1582"/>
          <pc:sldLayoutMkLst>
            <pc:docMk/>
            <pc:sldMasterMk cId="3657460412" sldId="2147483657"/>
            <pc:sldLayoutMk cId="3430940088" sldId="2147483727"/>
          </pc:sldLayoutMkLst>
        </pc:sldLayoutChg>
        <pc:sldLayoutChg chg="addSp delSp modSp mod">
          <pc:chgData name="Jürgen Korntheuer" userId="d85d97ab-4ac9-4646-8cf4-02bfc5c9a77f" providerId="ADAL" clId="{6DC0866C-AA06-4EFB-B4B8-880EFE85236F}" dt="2023-09-21T08:02:22.941" v="460" actId="14100"/>
          <pc:sldLayoutMkLst>
            <pc:docMk/>
            <pc:sldMasterMk cId="3657460412" sldId="2147483657"/>
            <pc:sldLayoutMk cId="1763007657" sldId="2147483735"/>
          </pc:sldLayoutMkLst>
        </pc:sldLayoutChg>
        <pc:sldLayoutChg chg="modSp">
          <pc:chgData name="Jürgen Korntheuer" userId="d85d97ab-4ac9-4646-8cf4-02bfc5c9a77f" providerId="ADAL" clId="{6DC0866C-AA06-4EFB-B4B8-880EFE85236F}" dt="2023-09-20T12:07:17.948" v="255" actId="2711"/>
          <pc:sldLayoutMkLst>
            <pc:docMk/>
            <pc:sldMasterMk cId="3657460412" sldId="2147483657"/>
            <pc:sldLayoutMk cId="28051359" sldId="2147483736"/>
          </pc:sldLayoutMkLst>
        </pc:sldLayoutChg>
        <pc:sldLayoutChg chg="modSp mod">
          <pc:chgData name="Jürgen Korntheuer" userId="d85d97ab-4ac9-4646-8cf4-02bfc5c9a77f" providerId="ADAL" clId="{6DC0866C-AA06-4EFB-B4B8-880EFE85236F}" dt="2023-09-21T07:35:04.167" v="447" actId="113"/>
          <pc:sldLayoutMkLst>
            <pc:docMk/>
            <pc:sldMasterMk cId="3657460412" sldId="2147483657"/>
            <pc:sldLayoutMk cId="1196980797" sldId="2147483779"/>
          </pc:sldLayoutMkLst>
        </pc:sldLayoutChg>
        <pc:sldLayoutChg chg="modSp">
          <pc:chgData name="Jürgen Korntheuer" userId="d85d97ab-4ac9-4646-8cf4-02bfc5c9a77f" providerId="ADAL" clId="{6DC0866C-AA06-4EFB-B4B8-880EFE85236F}" dt="2023-09-20T12:06:28.630" v="250" actId="2711"/>
          <pc:sldLayoutMkLst>
            <pc:docMk/>
            <pc:sldMasterMk cId="3657460412" sldId="2147483657"/>
            <pc:sldLayoutMk cId="4190937936" sldId="2147483780"/>
          </pc:sldLayoutMkLst>
        </pc:sldLayoutChg>
        <pc:sldLayoutChg chg="modSp mod">
          <pc:chgData name="Jürgen Korntheuer" userId="d85d97ab-4ac9-4646-8cf4-02bfc5c9a77f" providerId="ADAL" clId="{6DC0866C-AA06-4EFB-B4B8-880EFE85236F}" dt="2023-09-21T07:36:27.016" v="451" actId="207"/>
          <pc:sldLayoutMkLst>
            <pc:docMk/>
            <pc:sldMasterMk cId="3657460412" sldId="2147483657"/>
            <pc:sldLayoutMk cId="1981429945" sldId="2147483783"/>
          </pc:sldLayoutMkLst>
        </pc:sldLayoutChg>
        <pc:sldLayoutChg chg="modSp">
          <pc:chgData name="Jürgen Korntheuer" userId="d85d97ab-4ac9-4646-8cf4-02bfc5c9a77f" providerId="ADAL" clId="{6DC0866C-AA06-4EFB-B4B8-880EFE85236F}" dt="2023-09-21T07:36:43.796" v="452" actId="207"/>
          <pc:sldLayoutMkLst>
            <pc:docMk/>
            <pc:sldMasterMk cId="3657460412" sldId="2147483657"/>
            <pc:sldLayoutMk cId="3275960923" sldId="2147483807"/>
          </pc:sldLayoutMkLst>
        </pc:sldLayoutChg>
        <pc:sldLayoutChg chg="delSp modSp mod">
          <pc:chgData name="Jürgen Korntheuer" userId="d85d97ab-4ac9-4646-8cf4-02bfc5c9a77f" providerId="ADAL" clId="{6DC0866C-AA06-4EFB-B4B8-880EFE85236F}" dt="2023-09-21T09:25:41.991" v="482" actId="113"/>
          <pc:sldLayoutMkLst>
            <pc:docMk/>
            <pc:sldMasterMk cId="3657460412" sldId="2147483657"/>
            <pc:sldLayoutMk cId="3513868665" sldId="2147483808"/>
          </pc:sldLayoutMkLst>
        </pc:sldLayoutChg>
      </pc:sldMasterChg>
      <pc:sldMasterChg chg="addSp delSp modSp mod modSldLayout">
        <pc:chgData name="Jürgen Korntheuer" userId="d85d97ab-4ac9-4646-8cf4-02bfc5c9a77f" providerId="ADAL" clId="{6DC0866C-AA06-4EFB-B4B8-880EFE85236F}" dt="2023-09-21T09:40:27.825" v="485"/>
        <pc:sldMasterMkLst>
          <pc:docMk/>
          <pc:sldMasterMk cId="3940465550" sldId="2147483758"/>
        </pc:sldMasterMkLst>
        <pc:sldLayoutChg chg="modSp mod">
          <pc:chgData name="Jürgen Korntheuer" userId="d85d97ab-4ac9-4646-8cf4-02bfc5c9a77f" providerId="ADAL" clId="{6DC0866C-AA06-4EFB-B4B8-880EFE85236F}" dt="2023-09-21T08:38:02.790" v="469" actId="207"/>
          <pc:sldLayoutMkLst>
            <pc:docMk/>
            <pc:sldMasterMk cId="3940465550" sldId="2147483758"/>
            <pc:sldLayoutMk cId="3470510689" sldId="2147483759"/>
          </pc:sldLayoutMkLst>
        </pc:sldLayoutChg>
      </pc:sldMasterChg>
      <pc:sldMasterChg chg="addSp delSp modSp mod addSldLayout delSldLayout modSldLayout">
        <pc:chgData name="Jürgen Korntheuer" userId="d85d97ab-4ac9-4646-8cf4-02bfc5c9a77f" providerId="ADAL" clId="{6DC0866C-AA06-4EFB-B4B8-880EFE85236F}" dt="2023-09-21T09:40:36.094" v="487"/>
        <pc:sldMasterMkLst>
          <pc:docMk/>
          <pc:sldMasterMk cId="690512434" sldId="2147483770"/>
        </pc:sldMasterMkLst>
        <pc:sldLayoutChg chg="modSp">
          <pc:chgData name="Jürgen Korntheuer" userId="d85d97ab-4ac9-4646-8cf4-02bfc5c9a77f" providerId="ADAL" clId="{6DC0866C-AA06-4EFB-B4B8-880EFE85236F}" dt="2023-09-20T13:01:46.034" v="357" actId="207"/>
          <pc:sldLayoutMkLst>
            <pc:docMk/>
            <pc:sldMasterMk cId="690512434" sldId="2147483770"/>
            <pc:sldLayoutMk cId="3341873740" sldId="2147483771"/>
          </pc:sldLayoutMkLst>
        </pc:sldLayoutChg>
        <pc:sldLayoutChg chg="modSp mod">
          <pc:chgData name="Jürgen Korntheuer" userId="d85d97ab-4ac9-4646-8cf4-02bfc5c9a77f" providerId="ADAL" clId="{6DC0866C-AA06-4EFB-B4B8-880EFE85236F}" dt="2023-09-20T13:01:57.564" v="358" actId="207"/>
          <pc:sldLayoutMkLst>
            <pc:docMk/>
            <pc:sldMasterMk cId="690512434" sldId="2147483770"/>
            <pc:sldLayoutMk cId="2816938683" sldId="2147483772"/>
          </pc:sldLayoutMkLst>
        </pc:sldLayoutChg>
        <pc:sldLayoutChg chg="delSp modSp mod">
          <pc:chgData name="Jürgen Korntheuer" userId="d85d97ab-4ac9-4646-8cf4-02bfc5c9a77f" providerId="ADAL" clId="{6DC0866C-AA06-4EFB-B4B8-880EFE85236F}" dt="2023-09-20T12:22:50.367" v="303" actId="478"/>
          <pc:sldLayoutMkLst>
            <pc:docMk/>
            <pc:sldMasterMk cId="690512434" sldId="2147483770"/>
            <pc:sldLayoutMk cId="2180452742" sldId="2147483774"/>
          </pc:sldLayoutMkLst>
        </pc:sldLayoutChg>
        <pc:sldLayoutChg chg="del">
          <pc:chgData name="Jürgen Korntheuer" userId="d85d97ab-4ac9-4646-8cf4-02bfc5c9a77f" providerId="ADAL" clId="{6DC0866C-AA06-4EFB-B4B8-880EFE85236F}" dt="2023-09-20T10:53:44.259" v="156" actId="2696"/>
          <pc:sldLayoutMkLst>
            <pc:docMk/>
            <pc:sldMasterMk cId="690512434" sldId="2147483770"/>
            <pc:sldLayoutMk cId="415579713" sldId="2147483775"/>
          </pc:sldLayoutMkLst>
        </pc:sldLayoutChg>
        <pc:sldLayoutChg chg="del">
          <pc:chgData name="Jürgen Korntheuer" userId="d85d97ab-4ac9-4646-8cf4-02bfc5c9a77f" providerId="ADAL" clId="{6DC0866C-AA06-4EFB-B4B8-880EFE85236F}" dt="2023-09-20T10:53:39.588" v="155" actId="2696"/>
          <pc:sldLayoutMkLst>
            <pc:docMk/>
            <pc:sldMasterMk cId="690512434" sldId="2147483770"/>
            <pc:sldLayoutMk cId="683656932" sldId="2147483776"/>
          </pc:sldLayoutMkLst>
        </pc:sldLayoutChg>
        <pc:sldLayoutChg chg="delSp modSp mod">
          <pc:chgData name="Jürgen Korntheuer" userId="d85d97ab-4ac9-4646-8cf4-02bfc5c9a77f" providerId="ADAL" clId="{6DC0866C-AA06-4EFB-B4B8-880EFE85236F}" dt="2023-09-21T07:37:49.295" v="454" actId="207"/>
          <pc:sldLayoutMkLst>
            <pc:docMk/>
            <pc:sldMasterMk cId="690512434" sldId="2147483770"/>
            <pc:sldLayoutMk cId="2424405677" sldId="2147483777"/>
          </pc:sldLayoutMkLst>
        </pc:sldLayoutChg>
        <pc:sldLayoutChg chg="new del mod">
          <pc:chgData name="Jürgen Korntheuer" userId="d85d97ab-4ac9-4646-8cf4-02bfc5c9a77f" providerId="ADAL" clId="{6DC0866C-AA06-4EFB-B4B8-880EFE85236F}" dt="2023-09-20T11:23:11.125" v="185" actId="2696"/>
          <pc:sldLayoutMkLst>
            <pc:docMk/>
            <pc:sldMasterMk cId="690512434" sldId="2147483770"/>
            <pc:sldLayoutMk cId="1281973954" sldId="2147483778"/>
          </pc:sldLayoutMkLst>
        </pc:sldLayoutChg>
        <pc:sldLayoutChg chg="modSp add mod">
          <pc:chgData name="Jürgen Korntheuer" userId="d85d97ab-4ac9-4646-8cf4-02bfc5c9a77f" providerId="ADAL" clId="{6DC0866C-AA06-4EFB-B4B8-880EFE85236F}" dt="2023-09-21T08:51:35.599" v="480" actId="113"/>
          <pc:sldLayoutMkLst>
            <pc:docMk/>
            <pc:sldMasterMk cId="690512434" sldId="2147483770"/>
            <pc:sldLayoutMk cId="2338401179" sldId="2147483778"/>
          </pc:sldLayoutMkLst>
        </pc:sldLayoutChg>
        <pc:sldLayoutChg chg="del">
          <pc:chgData name="Jürgen Korntheuer" userId="d85d97ab-4ac9-4646-8cf4-02bfc5c9a77f" providerId="ADAL" clId="{6DC0866C-AA06-4EFB-B4B8-880EFE85236F}" dt="2023-09-20T10:53:59.460" v="157" actId="2696"/>
          <pc:sldLayoutMkLst>
            <pc:docMk/>
            <pc:sldMasterMk cId="690512434" sldId="2147483770"/>
            <pc:sldLayoutMk cId="4240015731" sldId="2147483781"/>
          </pc:sldLayoutMkLst>
        </pc:sldLayoutChg>
        <pc:sldLayoutChg chg="del">
          <pc:chgData name="Jürgen Korntheuer" userId="d85d97ab-4ac9-4646-8cf4-02bfc5c9a77f" providerId="ADAL" clId="{6DC0866C-AA06-4EFB-B4B8-880EFE85236F}" dt="2023-09-20T10:54:08.215" v="158" actId="2696"/>
          <pc:sldLayoutMkLst>
            <pc:docMk/>
            <pc:sldMasterMk cId="690512434" sldId="2147483770"/>
            <pc:sldLayoutMk cId="2716343208" sldId="2147483782"/>
          </pc:sldLayoutMkLst>
        </pc:sldLayoutChg>
        <pc:sldLayoutChg chg="add del mod replId">
          <pc:chgData name="Jürgen Korntheuer" userId="d85d97ab-4ac9-4646-8cf4-02bfc5c9a77f" providerId="ADAL" clId="{6DC0866C-AA06-4EFB-B4B8-880EFE85236F}" dt="2023-09-20T11:25:50.100" v="192" actId="2696"/>
          <pc:sldLayoutMkLst>
            <pc:docMk/>
            <pc:sldMasterMk cId="690512434" sldId="2147483770"/>
            <pc:sldLayoutMk cId="1993850502" sldId="2147483809"/>
          </pc:sldLayoutMkLst>
        </pc:sldLayoutChg>
      </pc:sldMasterChg>
      <pc:sldMasterChg chg="modSp del mod delSldLayout">
        <pc:chgData name="Jürgen Korntheuer" userId="d85d97ab-4ac9-4646-8cf4-02bfc5c9a77f" providerId="ADAL" clId="{6DC0866C-AA06-4EFB-B4B8-880EFE85236F}" dt="2023-09-20T10:56:09.982" v="166" actId="2696"/>
        <pc:sldMasterMkLst>
          <pc:docMk/>
          <pc:sldMasterMk cId="2550969165" sldId="2147483792"/>
        </pc:sldMasterMkLst>
        <pc:sldLayoutChg chg="del">
          <pc:chgData name="Jürgen Korntheuer" userId="d85d97ab-4ac9-4646-8cf4-02bfc5c9a77f" providerId="ADAL" clId="{6DC0866C-AA06-4EFB-B4B8-880EFE85236F}" dt="2023-09-20T10:56:09.976" v="165" actId="2696"/>
          <pc:sldLayoutMkLst>
            <pc:docMk/>
            <pc:sldMasterMk cId="2550969165" sldId="2147483792"/>
            <pc:sldLayoutMk cId="70605404" sldId="2147483806"/>
          </pc:sldLayoutMkLst>
        </pc:sldLayoutChg>
      </pc:sldMasterChg>
    </pc:docChg>
  </pc:docChgLst>
  <pc:docChgLst>
    <pc:chgData name="Raphael Dumhart" userId="2998c8e5-fd20-405a-ac13-90619fadbc8a" providerId="ADAL" clId="{C2C5156C-60EE-4DB2-94D8-00C3AE9F14FF}"/>
    <pc:docChg chg="custSel addSld delSld modSld modMainMaster delSection modSection">
      <pc:chgData name="Raphael Dumhart" userId="2998c8e5-fd20-405a-ac13-90619fadbc8a" providerId="ADAL" clId="{C2C5156C-60EE-4DB2-94D8-00C3AE9F14FF}" dt="2024-03-28T12:46:08.436" v="79" actId="20577"/>
      <pc:docMkLst>
        <pc:docMk/>
      </pc:docMkLst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891869627" sldId="256"/>
        </pc:sldMkLst>
      </pc:sldChg>
      <pc:sldChg chg="new">
        <pc:chgData name="Raphael Dumhart" userId="2998c8e5-fd20-405a-ac13-90619fadbc8a" providerId="ADAL" clId="{C2C5156C-60EE-4DB2-94D8-00C3AE9F14FF}" dt="2023-12-18T16:08:37.787" v="50" actId="680"/>
        <pc:sldMkLst>
          <pc:docMk/>
          <pc:sldMk cId="2539834378" sldId="256"/>
        </pc:sldMkLst>
      </pc:sldChg>
      <pc:sldChg chg="addSp delSp modSp new del mod modClrScheme chgLayout">
        <pc:chgData name="Raphael Dumhart" userId="2998c8e5-fd20-405a-ac13-90619fadbc8a" providerId="ADAL" clId="{C2C5156C-60EE-4DB2-94D8-00C3AE9F14FF}" dt="2023-12-18T16:08:36.557" v="49" actId="2696"/>
        <pc:sldMkLst>
          <pc:docMk/>
          <pc:sldMk cId="3032031251" sldId="25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696963322" sldId="25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946316404" sldId="25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665449772" sldId="26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689754867" sldId="26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075429798" sldId="26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94998673" sldId="26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659964375" sldId="26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140001310" sldId="27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74986179" sldId="27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229843602" sldId="27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220472509" sldId="275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582619428" sldId="27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06979189" sldId="27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587102205" sldId="28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183742615" sldId="29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136441225" sldId="295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591739225" sldId="29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884463236" sldId="30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751999791" sldId="30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135502221" sldId="31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666015858" sldId="31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762112946" sldId="31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61807623" sldId="31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92742386" sldId="31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255791369" sldId="32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162895187" sldId="32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684398075" sldId="32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242470265" sldId="32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450895731" sldId="32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526648272" sldId="33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108532895" sldId="33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336744270" sldId="33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68922794" sldId="33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370310274" sldId="33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550779134" sldId="33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375234818" sldId="33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212198235" sldId="33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056292743" sldId="34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739395220" sldId="34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36081268" sldId="34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715111194" sldId="34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288341341" sldId="34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625277667" sldId="34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014185629" sldId="34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557381537" sldId="34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948439827" sldId="35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503517680" sldId="35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765867616" sldId="35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353385763" sldId="35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722634926" sldId="35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343191702" sldId="355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25648604" sldId="35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440785886" sldId="35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623224234" sldId="35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472666736" sldId="36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600836149" sldId="36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569122538" sldId="47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018501987" sldId="64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173717616" sldId="65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638794731" sldId="65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270078905" sldId="66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446786038" sldId="66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195607873" sldId="66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831709190" sldId="66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579880490" sldId="66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635079465" sldId="67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01106602" sldId="67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037605531" sldId="67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931841414" sldId="67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112600808" sldId="67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423157299" sldId="67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964873847" sldId="67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391174137" sldId="67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86640588" sldId="68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668870869" sldId="68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093215058" sldId="68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053336841" sldId="68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516214369" sldId="68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610841979" sldId="695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319540996" sldId="69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233963719" sldId="70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530049008" sldId="70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112390774" sldId="70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839286071" sldId="70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686516116" sldId="70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199359714" sldId="705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328303033" sldId="70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376845018" sldId="70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080934705" sldId="70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011484081" sldId="70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502638436" sldId="71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584438603" sldId="71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351896589" sldId="71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482341565" sldId="71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76889007" sldId="71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126679948" sldId="71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621194736" sldId="71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411242595" sldId="71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205964008" sldId="72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349155154" sldId="72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433173563" sldId="72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915258472" sldId="72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225780515" sldId="725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751131694" sldId="72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199092728" sldId="72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59284414" sldId="72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936604671" sldId="72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545684915" sldId="73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267663398" sldId="73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149700710" sldId="73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055412480" sldId="73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76603325" sldId="73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413315992" sldId="735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129258332" sldId="73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96080855" sldId="73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252152215" sldId="74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203849831" sldId="74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656507691" sldId="742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942735512" sldId="743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705996199" sldId="744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550962241" sldId="745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3418882853" sldId="746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109561982" sldId="747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1580726269" sldId="748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130635656" sldId="749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792506752" sldId="750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4146169067" sldId="751"/>
        </pc:sldMkLst>
      </pc:sldChg>
      <pc:sldChg chg="del">
        <pc:chgData name="Raphael Dumhart" userId="2998c8e5-fd20-405a-ac13-90619fadbc8a" providerId="ADAL" clId="{C2C5156C-60EE-4DB2-94D8-00C3AE9F14FF}" dt="2023-12-18T16:07:19.911" v="0" actId="47"/>
        <pc:sldMkLst>
          <pc:docMk/>
          <pc:sldMk cId="2505540344" sldId="752"/>
        </pc:sldMkLst>
      </pc:sldChg>
      <pc:sldMasterChg chg="modSp mod">
        <pc:chgData name="Raphael Dumhart" userId="2998c8e5-fd20-405a-ac13-90619fadbc8a" providerId="ADAL" clId="{C2C5156C-60EE-4DB2-94D8-00C3AE9F14FF}" dt="2024-03-28T12:45:52.859" v="63" actId="20577"/>
        <pc:sldMasterMkLst>
          <pc:docMk/>
          <pc:sldMasterMk cId="3657460412" sldId="2147483657"/>
        </pc:sldMasterMkLst>
      </pc:sldMasterChg>
      <pc:sldMasterChg chg="modSp mod">
        <pc:chgData name="Raphael Dumhart" userId="2998c8e5-fd20-405a-ac13-90619fadbc8a" providerId="ADAL" clId="{C2C5156C-60EE-4DB2-94D8-00C3AE9F14FF}" dt="2024-03-28T12:46:08.436" v="79" actId="20577"/>
        <pc:sldMasterMkLst>
          <pc:docMk/>
          <pc:sldMasterMk cId="690512434" sldId="2147483770"/>
        </pc:sldMasterMkLst>
      </pc:sldMasterChg>
    </pc:docChg>
  </pc:docChgLst>
  <pc:docChgLst>
    <pc:chgData name="Raphael Dumhart" userId="2998c8e5-fd20-405a-ac13-90619fadbc8a" providerId="ADAL" clId="{FC627DF6-A85F-4F97-B816-69E34FC22378}"/>
    <pc:docChg chg="undo custSel addSld delSld modSld delSection modSection">
      <pc:chgData name="Raphael Dumhart" userId="2998c8e5-fd20-405a-ac13-90619fadbc8a" providerId="ADAL" clId="{FC627DF6-A85F-4F97-B816-69E34FC22378}" dt="2025-02-10T07:56:53.409" v="624" actId="20577"/>
      <pc:docMkLst>
        <pc:docMk/>
      </pc:docMkLst>
      <pc:sldChg chg="addSp delSp modSp mod">
        <pc:chgData name="Raphael Dumhart" userId="2998c8e5-fd20-405a-ac13-90619fadbc8a" providerId="ADAL" clId="{FC627DF6-A85F-4F97-B816-69E34FC22378}" dt="2025-02-10T07:55:24.366" v="569" actId="1076"/>
        <pc:sldMkLst>
          <pc:docMk/>
          <pc:sldMk cId="2539834378" sldId="256"/>
        </pc:sldMkLst>
        <pc:spChg chg="mod">
          <ac:chgData name="Raphael Dumhart" userId="2998c8e5-fd20-405a-ac13-90619fadbc8a" providerId="ADAL" clId="{FC627DF6-A85F-4F97-B816-69E34FC22378}" dt="2025-02-10T07:43:34.264" v="503" actId="6549"/>
          <ac:spMkLst>
            <pc:docMk/>
            <pc:sldMk cId="2539834378" sldId="256"/>
            <ac:spMk id="2" creationId="{84022438-A415-F4CD-B919-D9B1C36C3E22}"/>
          </ac:spMkLst>
        </pc:spChg>
        <pc:spChg chg="mod">
          <ac:chgData name="Raphael Dumhart" userId="2998c8e5-fd20-405a-ac13-90619fadbc8a" providerId="ADAL" clId="{FC627DF6-A85F-4F97-B816-69E34FC22378}" dt="2025-02-10T07:37:56.250" v="268" actId="20577"/>
          <ac:spMkLst>
            <pc:docMk/>
            <pc:sldMk cId="2539834378" sldId="256"/>
            <ac:spMk id="3" creationId="{7A79540B-3D7A-3826-D370-1E15A9987BF1}"/>
          </ac:spMkLst>
        </pc:spChg>
        <pc:spChg chg="del">
          <ac:chgData name="Raphael Dumhart" userId="2998c8e5-fd20-405a-ac13-90619fadbc8a" providerId="ADAL" clId="{FC627DF6-A85F-4F97-B816-69E34FC22378}" dt="2025-02-10T07:38:10.926" v="279" actId="478"/>
          <ac:spMkLst>
            <pc:docMk/>
            <pc:sldMk cId="2539834378" sldId="256"/>
            <ac:spMk id="4" creationId="{17A66C62-A1D4-D07C-40FA-C832496E9AE3}"/>
          </ac:spMkLst>
        </pc:spChg>
        <pc:spChg chg="add mod">
          <ac:chgData name="Raphael Dumhart" userId="2998c8e5-fd20-405a-ac13-90619fadbc8a" providerId="ADAL" clId="{FC627DF6-A85F-4F97-B816-69E34FC22378}" dt="2025-02-10T07:38:10.926" v="279" actId="478"/>
          <ac:spMkLst>
            <pc:docMk/>
            <pc:sldMk cId="2539834378" sldId="256"/>
            <ac:spMk id="6" creationId="{2137F47A-CE97-1493-1E81-065B0D912732}"/>
          </ac:spMkLst>
        </pc:spChg>
        <pc:spChg chg="add mod">
          <ac:chgData name="Raphael Dumhart" userId="2998c8e5-fd20-405a-ac13-90619fadbc8a" providerId="ADAL" clId="{FC627DF6-A85F-4F97-B816-69E34FC22378}" dt="2025-02-10T07:55:24.366" v="569" actId="1076"/>
          <ac:spMkLst>
            <pc:docMk/>
            <pc:sldMk cId="2539834378" sldId="256"/>
            <ac:spMk id="8" creationId="{0D70D617-907D-909D-D415-48AA7C6E68C8}"/>
          </ac:spMkLst>
        </pc:spChg>
        <pc:graphicFrameChg chg="add mod modGraphic">
          <ac:chgData name="Raphael Dumhart" userId="2998c8e5-fd20-405a-ac13-90619fadbc8a" providerId="ADAL" clId="{FC627DF6-A85F-4F97-B816-69E34FC22378}" dt="2025-02-10T07:54:09.113" v="548" actId="2711"/>
          <ac:graphicFrameMkLst>
            <pc:docMk/>
            <pc:sldMk cId="2539834378" sldId="256"/>
            <ac:graphicFrameMk id="7" creationId="{09A8181B-C864-CB8D-1EB1-716BCC51F319}"/>
          </ac:graphicFrameMkLst>
        </pc:graphicFrameChg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1232473405" sldId="259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2845337301" sldId="260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2474531892" sldId="261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208148960" sldId="263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3666383114" sldId="264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2544027481" sldId="265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4215541922" sldId="266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3347527574" sldId="267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4010271722" sldId="269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1184527964" sldId="270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2626974552" sldId="271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2930806314" sldId="272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290135584" sldId="275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86997471" sldId="276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195588200" sldId="277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2371446609" sldId="281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2374893475" sldId="284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3563124665" sldId="285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3533865259" sldId="286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1549013499" sldId="287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3494372231" sldId="288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2584496898" sldId="289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3402553707" sldId="295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1335438065" sldId="297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589379101" sldId="299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1555015198" sldId="300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3980985663" sldId="301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927953911" sldId="302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3886565038" sldId="303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3031797899" sldId="306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2188281778" sldId="307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1858940382" sldId="309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3243541433" sldId="310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1580152248" sldId="311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1881765597" sldId="313"/>
        </pc:sldMkLst>
      </pc:sldChg>
      <pc:sldChg chg="del">
        <pc:chgData name="Raphael Dumhart" userId="2998c8e5-fd20-405a-ac13-90619fadbc8a" providerId="ADAL" clId="{FC627DF6-A85F-4F97-B816-69E34FC22378}" dt="2025-02-10T07:37:30.590" v="260" actId="47"/>
        <pc:sldMkLst>
          <pc:docMk/>
          <pc:sldMk cId="522297445" sldId="320"/>
        </pc:sldMkLst>
      </pc:sldChg>
      <pc:sldChg chg="del">
        <pc:chgData name="Raphael Dumhart" userId="2998c8e5-fd20-405a-ac13-90619fadbc8a" providerId="ADAL" clId="{FC627DF6-A85F-4F97-B816-69E34FC22378}" dt="2025-02-10T07:37:31.486" v="261" actId="47"/>
        <pc:sldMkLst>
          <pc:docMk/>
          <pc:sldMk cId="4048071089" sldId="321"/>
        </pc:sldMkLst>
      </pc:sldChg>
      <pc:sldChg chg="del">
        <pc:chgData name="Raphael Dumhart" userId="2998c8e5-fd20-405a-ac13-90619fadbc8a" providerId="ADAL" clId="{FC627DF6-A85F-4F97-B816-69E34FC22378}" dt="2025-02-10T07:46:18.572" v="505" actId="47"/>
        <pc:sldMkLst>
          <pc:docMk/>
          <pc:sldMk cId="1044201558" sldId="322"/>
        </pc:sldMkLst>
      </pc:sldChg>
      <pc:sldChg chg="addSp delSp modSp mod">
        <pc:chgData name="Raphael Dumhart" userId="2998c8e5-fd20-405a-ac13-90619fadbc8a" providerId="ADAL" clId="{FC627DF6-A85F-4F97-B816-69E34FC22378}" dt="2025-02-10T07:33:46.573" v="22" actId="478"/>
        <pc:sldMkLst>
          <pc:docMk/>
          <pc:sldMk cId="2547094291" sldId="323"/>
        </pc:sldMkLst>
        <pc:spChg chg="add del mod">
          <ac:chgData name="Raphael Dumhart" userId="2998c8e5-fd20-405a-ac13-90619fadbc8a" providerId="ADAL" clId="{FC627DF6-A85F-4F97-B816-69E34FC22378}" dt="2025-02-10T07:33:46.573" v="22" actId="478"/>
          <ac:spMkLst>
            <pc:docMk/>
            <pc:sldMk cId="2547094291" sldId="323"/>
            <ac:spMk id="2" creationId="{92AD3A97-186D-40C6-B2B1-8C0C76DB4D5A}"/>
          </ac:spMkLst>
        </pc:spChg>
        <pc:spChg chg="mod">
          <ac:chgData name="Raphael Dumhart" userId="2998c8e5-fd20-405a-ac13-90619fadbc8a" providerId="ADAL" clId="{FC627DF6-A85F-4F97-B816-69E34FC22378}" dt="2025-02-10T07:33:33.406" v="20" actId="20577"/>
          <ac:spMkLst>
            <pc:docMk/>
            <pc:sldMk cId="2547094291" sldId="323"/>
            <ac:spMk id="8" creationId="{127A62B2-8F25-AAAA-3807-9AC8BAC65C41}"/>
          </ac:spMkLst>
        </pc:spChg>
        <pc:spChg chg="mod">
          <ac:chgData name="Raphael Dumhart" userId="2998c8e5-fd20-405a-ac13-90619fadbc8a" providerId="ADAL" clId="{FC627DF6-A85F-4F97-B816-69E34FC22378}" dt="2025-02-10T07:33:43.641" v="21"/>
          <ac:spMkLst>
            <pc:docMk/>
            <pc:sldMk cId="2547094291" sldId="323"/>
            <ac:spMk id="9" creationId="{88E98B4E-77CB-49AE-60B0-658816BEBDA6}"/>
          </ac:spMkLst>
        </pc:spChg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1820752284" sldId="324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927978255" sldId="325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950125971" sldId="326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3187136513" sldId="328"/>
        </pc:sldMkLst>
      </pc:sldChg>
      <pc:sldChg chg="del">
        <pc:chgData name="Raphael Dumhart" userId="2998c8e5-fd20-405a-ac13-90619fadbc8a" providerId="ADAL" clId="{FC627DF6-A85F-4F97-B816-69E34FC22378}" dt="2025-02-10T07:46:24.442" v="506" actId="47"/>
        <pc:sldMkLst>
          <pc:docMk/>
          <pc:sldMk cId="2050462540" sldId="329"/>
        </pc:sldMkLst>
      </pc:sldChg>
      <pc:sldChg chg="addSp delSp modSp new mod modClrScheme chgLayout">
        <pc:chgData name="Raphael Dumhart" userId="2998c8e5-fd20-405a-ac13-90619fadbc8a" providerId="ADAL" clId="{FC627DF6-A85F-4F97-B816-69E34FC22378}" dt="2025-02-10T07:37:22.433" v="259" actId="6549"/>
        <pc:sldMkLst>
          <pc:docMk/>
          <pc:sldMk cId="526762022" sldId="330"/>
        </pc:sldMkLst>
        <pc:spChg chg="del mod ord">
          <ac:chgData name="Raphael Dumhart" userId="2998c8e5-fd20-405a-ac13-90619fadbc8a" providerId="ADAL" clId="{FC627DF6-A85F-4F97-B816-69E34FC22378}" dt="2025-02-10T07:34:23.111" v="24" actId="700"/>
          <ac:spMkLst>
            <pc:docMk/>
            <pc:sldMk cId="526762022" sldId="330"/>
            <ac:spMk id="2" creationId="{811BA224-E289-EE88-E2FF-019F073D598A}"/>
          </ac:spMkLst>
        </pc:spChg>
        <pc:spChg chg="del mod ord">
          <ac:chgData name="Raphael Dumhart" userId="2998c8e5-fd20-405a-ac13-90619fadbc8a" providerId="ADAL" clId="{FC627DF6-A85F-4F97-B816-69E34FC22378}" dt="2025-02-10T07:34:23.111" v="24" actId="700"/>
          <ac:spMkLst>
            <pc:docMk/>
            <pc:sldMk cId="526762022" sldId="330"/>
            <ac:spMk id="3" creationId="{DD4B9E57-356D-56C5-D76E-0689F68D4B7D}"/>
          </ac:spMkLst>
        </pc:spChg>
        <pc:spChg chg="add mod ord">
          <ac:chgData name="Raphael Dumhart" userId="2998c8e5-fd20-405a-ac13-90619fadbc8a" providerId="ADAL" clId="{FC627DF6-A85F-4F97-B816-69E34FC22378}" dt="2025-02-10T07:34:46.170" v="47" actId="20577"/>
          <ac:spMkLst>
            <pc:docMk/>
            <pc:sldMk cId="526762022" sldId="330"/>
            <ac:spMk id="4" creationId="{E4BE211F-F77C-CB6A-3EFE-F37E8AF6C2BF}"/>
          </ac:spMkLst>
        </pc:spChg>
        <pc:spChg chg="add mod ord">
          <ac:chgData name="Raphael Dumhart" userId="2998c8e5-fd20-405a-ac13-90619fadbc8a" providerId="ADAL" clId="{FC627DF6-A85F-4F97-B816-69E34FC22378}" dt="2025-02-10T07:34:42.052" v="35" actId="20577"/>
          <ac:spMkLst>
            <pc:docMk/>
            <pc:sldMk cId="526762022" sldId="330"/>
            <ac:spMk id="5" creationId="{B581CB23-07B2-41BE-98EF-D81C0BF3841B}"/>
          </ac:spMkLst>
        </pc:spChg>
        <pc:spChg chg="add mod ord">
          <ac:chgData name="Raphael Dumhart" userId="2998c8e5-fd20-405a-ac13-90619fadbc8a" providerId="ADAL" clId="{FC627DF6-A85F-4F97-B816-69E34FC22378}" dt="2025-02-10T07:37:22.433" v="259" actId="6549"/>
          <ac:spMkLst>
            <pc:docMk/>
            <pc:sldMk cId="526762022" sldId="330"/>
            <ac:spMk id="6" creationId="{ADEC5FBC-953A-B097-FC0A-F4CD847A912A}"/>
          </ac:spMkLst>
        </pc:spChg>
      </pc:sldChg>
      <pc:sldChg chg="del">
        <pc:chgData name="Raphael Dumhart" userId="2998c8e5-fd20-405a-ac13-90619fadbc8a" providerId="ADAL" clId="{FC627DF6-A85F-4F97-B816-69E34FC22378}" dt="2025-02-10T07:35:35.268" v="48" actId="47"/>
        <pc:sldMkLst>
          <pc:docMk/>
          <pc:sldMk cId="187613914" sldId="331"/>
        </pc:sldMkLst>
      </pc:sldChg>
      <pc:sldChg chg="modSp mod">
        <pc:chgData name="Raphael Dumhart" userId="2998c8e5-fd20-405a-ac13-90619fadbc8a" providerId="ADAL" clId="{FC627DF6-A85F-4F97-B816-69E34FC22378}" dt="2025-02-10T07:56:53.409" v="624" actId="20577"/>
        <pc:sldMkLst>
          <pc:docMk/>
          <pc:sldMk cId="3205644775" sldId="332"/>
        </pc:sldMkLst>
        <pc:spChg chg="mod">
          <ac:chgData name="Raphael Dumhart" userId="2998c8e5-fd20-405a-ac13-90619fadbc8a" providerId="ADAL" clId="{FC627DF6-A85F-4F97-B816-69E34FC22378}" dt="2025-02-10T07:56:53.409" v="624" actId="20577"/>
          <ac:spMkLst>
            <pc:docMk/>
            <pc:sldMk cId="3205644775" sldId="332"/>
            <ac:spMk id="15" creationId="{8BDE22D5-8557-E478-5B42-6FC024AFDF7A}"/>
          </ac:spMkLst>
        </pc:spChg>
      </pc:sldChg>
      <pc:sldChg chg="add del">
        <pc:chgData name="Raphael Dumhart" userId="2998c8e5-fd20-405a-ac13-90619fadbc8a" providerId="ADAL" clId="{FC627DF6-A85F-4F97-B816-69E34FC22378}" dt="2025-02-10T07:38:17.262" v="281"/>
        <pc:sldMkLst>
          <pc:docMk/>
          <pc:sldMk cId="187613914" sldId="333"/>
        </pc:sldMkLst>
      </pc:sldChg>
      <pc:sldChg chg="modSp new del mod">
        <pc:chgData name="Raphael Dumhart" userId="2998c8e5-fd20-405a-ac13-90619fadbc8a" providerId="ADAL" clId="{FC627DF6-A85F-4F97-B816-69E34FC22378}" dt="2025-02-10T07:49:31.854" v="519" actId="47"/>
        <pc:sldMkLst>
          <pc:docMk/>
          <pc:sldMk cId="2590591606" sldId="333"/>
        </pc:sldMkLst>
        <pc:spChg chg="mod">
          <ac:chgData name="Raphael Dumhart" userId="2998c8e5-fd20-405a-ac13-90619fadbc8a" providerId="ADAL" clId="{FC627DF6-A85F-4F97-B816-69E34FC22378}" dt="2025-02-10T07:48:48.875" v="518" actId="20577"/>
          <ac:spMkLst>
            <pc:docMk/>
            <pc:sldMk cId="2590591606" sldId="333"/>
            <ac:spMk id="3" creationId="{8934B051-BD8D-4A7E-4EF5-ABBAD3A4C1B8}"/>
          </ac:spMkLst>
        </pc:spChg>
      </pc:sldChg>
      <pc:sldMasterChg chg="delSldLayout">
        <pc:chgData name="Raphael Dumhart" userId="2998c8e5-fd20-405a-ac13-90619fadbc8a" providerId="ADAL" clId="{FC627DF6-A85F-4F97-B816-69E34FC22378}" dt="2025-02-10T07:35:35.268" v="48" actId="47"/>
        <pc:sldMasterMkLst>
          <pc:docMk/>
          <pc:sldMasterMk cId="690512434" sldId="2147483770"/>
        </pc:sldMasterMkLst>
        <pc:sldLayoutChg chg="del">
          <pc:chgData name="Raphael Dumhart" userId="2998c8e5-fd20-405a-ac13-90619fadbc8a" providerId="ADAL" clId="{FC627DF6-A85F-4F97-B816-69E34FC22378}" dt="2025-02-10T07:35:35.268" v="48" actId="47"/>
          <pc:sldLayoutMkLst>
            <pc:docMk/>
            <pc:sldMasterMk cId="690512434" sldId="2147483770"/>
            <pc:sldLayoutMk cId="1209315009" sldId="2147483809"/>
          </pc:sldLayoutMkLst>
        </pc:sldLayoutChg>
      </pc:sldMasterChg>
    </pc:docChg>
  </pc:docChgLst>
  <pc:docChgLst>
    <pc:chgData name="Raphael Dumhart" userId="2998c8e5-fd20-405a-ac13-90619fadbc8a" providerId="ADAL" clId="{7EC9D1D0-01D5-4AE9-850A-581D5DE8CA40}"/>
    <pc:docChg chg="undo custSel addSld delSld modSld sldOrd modSection">
      <pc:chgData name="Raphael Dumhart" userId="2998c8e5-fd20-405a-ac13-90619fadbc8a" providerId="ADAL" clId="{7EC9D1D0-01D5-4AE9-850A-581D5DE8CA40}" dt="2024-10-26T11:50:30.602" v="1219" actId="14100"/>
      <pc:docMkLst>
        <pc:docMk/>
      </pc:docMkLst>
      <pc:sldChg chg="modSp mod">
        <pc:chgData name="Raphael Dumhart" userId="2998c8e5-fd20-405a-ac13-90619fadbc8a" providerId="ADAL" clId="{7EC9D1D0-01D5-4AE9-850A-581D5DE8CA40}" dt="2024-10-26T09:17:04.079" v="184" actId="20577"/>
        <pc:sldMkLst>
          <pc:docMk/>
          <pc:sldMk cId="1555015198" sldId="300"/>
        </pc:sldMkLst>
      </pc:sldChg>
      <pc:sldChg chg="del">
        <pc:chgData name="Raphael Dumhart" userId="2998c8e5-fd20-405a-ac13-90619fadbc8a" providerId="ADAL" clId="{7EC9D1D0-01D5-4AE9-850A-581D5DE8CA40}" dt="2024-10-26T11:43:22.233" v="1053" actId="47"/>
        <pc:sldMkLst>
          <pc:docMk/>
          <pc:sldMk cId="711261493" sldId="304"/>
        </pc:sldMkLst>
      </pc:sldChg>
      <pc:sldChg chg="modSp mod ord">
        <pc:chgData name="Raphael Dumhart" userId="2998c8e5-fd20-405a-ac13-90619fadbc8a" providerId="ADAL" clId="{7EC9D1D0-01D5-4AE9-850A-581D5DE8CA40}" dt="2024-10-26T11:47:27.218" v="1215" actId="20577"/>
        <pc:sldMkLst>
          <pc:docMk/>
          <pc:sldMk cId="2188281778" sldId="307"/>
        </pc:sldMkLst>
      </pc:sldChg>
      <pc:sldChg chg="modNotesTx">
        <pc:chgData name="Raphael Dumhart" userId="2998c8e5-fd20-405a-ac13-90619fadbc8a" providerId="ADAL" clId="{7EC9D1D0-01D5-4AE9-850A-581D5DE8CA40}" dt="2024-10-26T09:22:22.808" v="302" actId="20577"/>
        <pc:sldMkLst>
          <pc:docMk/>
          <pc:sldMk cId="1820752284" sldId="324"/>
        </pc:sldMkLst>
      </pc:sldChg>
      <pc:sldChg chg="addSp delSp modSp new mod ord modClrScheme chgLayout modNotesTx">
        <pc:chgData name="Raphael Dumhart" userId="2998c8e5-fd20-405a-ac13-90619fadbc8a" providerId="ADAL" clId="{7EC9D1D0-01D5-4AE9-850A-581D5DE8CA40}" dt="2024-10-26T11:41:08.813" v="1004" actId="20577"/>
        <pc:sldMkLst>
          <pc:docMk/>
          <pc:sldMk cId="927978255" sldId="325"/>
        </pc:sldMkLst>
      </pc:sldChg>
      <pc:sldChg chg="addSp delSp modSp new mod ord modClrScheme chgLayout">
        <pc:chgData name="Raphael Dumhart" userId="2998c8e5-fd20-405a-ac13-90619fadbc8a" providerId="ADAL" clId="{7EC9D1D0-01D5-4AE9-850A-581D5DE8CA40}" dt="2024-10-26T11:50:16.094" v="1217" actId="1076"/>
        <pc:sldMkLst>
          <pc:docMk/>
          <pc:sldMk cId="950125971" sldId="326"/>
        </pc:sldMkLst>
      </pc:sldChg>
      <pc:sldChg chg="modSp add del mod ord">
        <pc:chgData name="Raphael Dumhart" userId="2998c8e5-fd20-405a-ac13-90619fadbc8a" providerId="ADAL" clId="{7EC9D1D0-01D5-4AE9-850A-581D5DE8CA40}" dt="2024-10-26T11:08:44.563" v="793" actId="47"/>
        <pc:sldMkLst>
          <pc:docMk/>
          <pc:sldMk cId="716720757" sldId="327"/>
        </pc:sldMkLst>
      </pc:sldChg>
      <pc:sldChg chg="addSp delSp modSp new mod">
        <pc:chgData name="Raphael Dumhart" userId="2998c8e5-fd20-405a-ac13-90619fadbc8a" providerId="ADAL" clId="{7EC9D1D0-01D5-4AE9-850A-581D5DE8CA40}" dt="2024-10-26T11:14:00.007" v="853" actId="113"/>
        <pc:sldMkLst>
          <pc:docMk/>
          <pc:sldMk cId="3187136513" sldId="328"/>
        </pc:sldMkLst>
      </pc:sldChg>
      <pc:sldChg chg="modSp add mod ord">
        <pc:chgData name="Raphael Dumhart" userId="2998c8e5-fd20-405a-ac13-90619fadbc8a" providerId="ADAL" clId="{7EC9D1D0-01D5-4AE9-850A-581D5DE8CA40}" dt="2024-10-26T11:50:30.602" v="1219" actId="14100"/>
        <pc:sldMkLst>
          <pc:docMk/>
          <pc:sldMk cId="2050462540" sldId="32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CE7AAD0-9D7C-C3D3-7A5E-1D870338271B}"/>
              </a:ext>
            </a:extLst>
          </p:cNvPr>
          <p:cNvSpPr/>
          <p:nvPr/>
        </p:nvSpPr>
        <p:spPr>
          <a:xfrm>
            <a:off x="359916" y="359885"/>
            <a:ext cx="6082579" cy="251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de-AT">
              <a:latin typeface="+mj-lt"/>
            </a:endParaRPr>
          </a:p>
        </p:txBody>
      </p:sp>
      <p:sp>
        <p:nvSpPr>
          <p:cNvPr id="3" name="Kopfzeilenplatzhalter 1">
            <a:extLst>
              <a:ext uri="{FF2B5EF4-FFF2-40B4-BE49-F238E27FC236}">
                <a16:creationId xmlns:a16="http://schemas.microsoft.com/office/drawing/2014/main" id="{459051B7-CD2B-7B43-DB60-EB4B2E75B1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1006" y="359885"/>
            <a:ext cx="5723620" cy="251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00" b="1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de-AT" b="0" dirty="0"/>
              <a:t>Software Quality Academy Handout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B7FD354-F3B4-ACCC-8C16-8EAEB8E4A32F}"/>
              </a:ext>
            </a:extLst>
          </p:cNvPr>
          <p:cNvSpPr/>
          <p:nvPr/>
        </p:nvSpPr>
        <p:spPr>
          <a:xfrm>
            <a:off x="359916" y="9313821"/>
            <a:ext cx="6082579" cy="251919"/>
          </a:xfrm>
          <a:prstGeom prst="rect">
            <a:avLst/>
          </a:prstGeom>
          <a:solidFill>
            <a:srgbClr val="47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lvl="0">
              <a:tabLst>
                <a:tab pos="2988000" algn="ctr"/>
                <a:tab pos="6084000" algn="r"/>
              </a:tabLst>
            </a:pPr>
            <a:r>
              <a:rPr lang="de-DE" sz="800" dirty="0">
                <a:solidFill>
                  <a:srgbClr val="FFFFFF"/>
                </a:solidFill>
                <a:latin typeface="+mj-lt"/>
              </a:rPr>
              <a:t>© Software Quality Lab Academy	Seite </a:t>
            </a:r>
            <a:fld id="{DB4D6EED-3461-431C-B968-C3EC097C7304}" type="slidenum">
              <a:rPr lang="de-DE" sz="800" smtClean="0">
                <a:solidFill>
                  <a:srgbClr val="FFFFFF"/>
                </a:solidFill>
                <a:latin typeface="+mj-lt"/>
              </a:rPr>
              <a:pPr lvl="0">
                <a:tabLst>
                  <a:tab pos="2988000" algn="ctr"/>
                  <a:tab pos="6084000" algn="r"/>
                </a:tabLst>
              </a:pPr>
              <a:t>‹Nr.›</a:t>
            </a:fld>
            <a:r>
              <a:rPr lang="de-DE" sz="800" dirty="0">
                <a:solidFill>
                  <a:srgbClr val="FFFFFF"/>
                </a:solidFill>
                <a:latin typeface="+mj-lt"/>
              </a:rPr>
              <a:t>	 www.software-quality-academy.com</a:t>
            </a:r>
          </a:p>
        </p:txBody>
      </p:sp>
    </p:spTree>
    <p:extLst>
      <p:ext uri="{BB962C8B-B14F-4D97-AF65-F5344CB8AC3E}">
        <p14:creationId xmlns:p14="http://schemas.microsoft.com/office/powerpoint/2010/main" val="153925370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0A64D95-18E7-DEDE-6E0D-0A474AF45625}"/>
              </a:ext>
            </a:extLst>
          </p:cNvPr>
          <p:cNvSpPr/>
          <p:nvPr/>
        </p:nvSpPr>
        <p:spPr>
          <a:xfrm>
            <a:off x="359916" y="359885"/>
            <a:ext cx="6082579" cy="251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de-AT" dirty="0"/>
          </a:p>
        </p:txBody>
      </p:sp>
      <p:sp>
        <p:nvSpPr>
          <p:cNvPr id="7" name="Kopfzeilenplatzhalter 1">
            <a:extLst>
              <a:ext uri="{FF2B5EF4-FFF2-40B4-BE49-F238E27FC236}">
                <a16:creationId xmlns:a16="http://schemas.microsoft.com/office/drawing/2014/main" id="{A4980773-9507-2DF1-AAA4-30DFDD737D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36822" y="359884"/>
            <a:ext cx="5723620" cy="248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00" b="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de-AT" dirty="0"/>
              <a:t>Software Quality Lab Academy Foliennotizen</a:t>
            </a:r>
          </a:p>
        </p:txBody>
      </p:sp>
      <p:sp>
        <p:nvSpPr>
          <p:cNvPr id="8" name="Folienbildplatzhalter 3">
            <a:extLst>
              <a:ext uri="{FF2B5EF4-FFF2-40B4-BE49-F238E27FC236}">
                <a16:creationId xmlns:a16="http://schemas.microsoft.com/office/drawing/2014/main" id="{21BE8C96-5DEE-0BEB-C6A7-3EF562303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6038" y="839788"/>
            <a:ext cx="6705600" cy="3771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6" rIns="91413" bIns="45706" rtlCol="0" anchor="ctr"/>
          <a:lstStyle/>
          <a:p>
            <a:endParaRPr lang="de-AT"/>
          </a:p>
        </p:txBody>
      </p:sp>
      <p:sp>
        <p:nvSpPr>
          <p:cNvPr id="9" name="Notizenplatzhalter 4">
            <a:extLst>
              <a:ext uri="{FF2B5EF4-FFF2-40B4-BE49-F238E27FC236}">
                <a16:creationId xmlns:a16="http://schemas.microsoft.com/office/drawing/2014/main" id="{71D0FF0E-8025-7219-571F-33431A598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5940" y="4963319"/>
            <a:ext cx="5445797" cy="425378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F9CE557-129C-8757-BDE6-62DB3E96499B}"/>
              </a:ext>
            </a:extLst>
          </p:cNvPr>
          <p:cNvSpPr txBox="1"/>
          <p:nvPr/>
        </p:nvSpPr>
        <p:spPr>
          <a:xfrm>
            <a:off x="675528" y="4747893"/>
            <a:ext cx="5446208" cy="243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de-AT" sz="1100" b="1" dirty="0">
                <a:latin typeface="+mn-lt"/>
              </a:rPr>
              <a:t>Notizen</a:t>
            </a:r>
          </a:p>
        </p:txBody>
      </p:sp>
      <p:sp>
        <p:nvSpPr>
          <p:cNvPr id="11" name="Fusszeile 7">
            <a:extLst>
              <a:ext uri="{FF2B5EF4-FFF2-40B4-BE49-F238E27FC236}">
                <a16:creationId xmlns:a16="http://schemas.microsoft.com/office/drawing/2014/main" id="{B3CF0006-6ECC-EB73-3D85-1EA3BB5B3376}"/>
              </a:ext>
            </a:extLst>
          </p:cNvPr>
          <p:cNvSpPr txBox="1"/>
          <p:nvPr/>
        </p:nvSpPr>
        <p:spPr>
          <a:xfrm>
            <a:off x="471007" y="9313823"/>
            <a:ext cx="1583237" cy="2519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/>
          <a:lstStyle/>
          <a:p>
            <a:pPr marL="0" marR="0" lvl="0" indent="0" defTabSz="914126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512795" algn="r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1" i="0" u="none" strike="noStrike" kern="1200" cap="none" spc="0" baseline="0" dirty="0">
                <a:solidFill>
                  <a:schemeClr val="bg1"/>
                </a:solidFill>
                <a:uFillTx/>
                <a:latin typeface="+mn-lt"/>
              </a:rPr>
              <a:t>© Software Quality Lab </a:t>
            </a:r>
            <a:r>
              <a:rPr lang="de-DE" sz="800" dirty="0">
                <a:solidFill>
                  <a:srgbClr val="FF0000"/>
                </a:solidFill>
                <a:latin typeface="+mn-lt"/>
              </a:rPr>
              <a:t>	</a:t>
            </a:r>
            <a:endParaRPr lang="de-DE" sz="800" b="0" i="0" u="none" strike="noStrike" kern="1200" cap="none" spc="0" baseline="0" dirty="0">
              <a:solidFill>
                <a:srgbClr val="FF0000"/>
              </a:solidFill>
              <a:uFillTx/>
              <a:latin typeface="+mn-lt"/>
            </a:endParaRPr>
          </a:p>
        </p:txBody>
      </p:sp>
      <p:sp>
        <p:nvSpPr>
          <p:cNvPr id="13" name="Fusszeile 7">
            <a:extLst>
              <a:ext uri="{FF2B5EF4-FFF2-40B4-BE49-F238E27FC236}">
                <a16:creationId xmlns:a16="http://schemas.microsoft.com/office/drawing/2014/main" id="{1EADF92D-F169-B8E6-15D2-02359AD7E686}"/>
              </a:ext>
            </a:extLst>
          </p:cNvPr>
          <p:cNvSpPr txBox="1"/>
          <p:nvPr/>
        </p:nvSpPr>
        <p:spPr>
          <a:xfrm>
            <a:off x="4509184" y="9312029"/>
            <a:ext cx="1798560" cy="2537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/>
          <a:lstStyle/>
          <a:p>
            <a:pPr marL="0" marR="0" lvl="0" indent="0" algn="r" defTabSz="914126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512795" algn="r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 dirty="0">
                <a:solidFill>
                  <a:schemeClr val="bg1"/>
                </a:solidFill>
                <a:uFillTx/>
                <a:latin typeface="+mn-lt"/>
              </a:rPr>
              <a:t>www.software-quality-lab.com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68071C7-4BBF-3F13-E50E-7F3B1050F0C6}"/>
              </a:ext>
            </a:extLst>
          </p:cNvPr>
          <p:cNvSpPr/>
          <p:nvPr/>
        </p:nvSpPr>
        <p:spPr>
          <a:xfrm>
            <a:off x="359916" y="9313821"/>
            <a:ext cx="6082579" cy="251919"/>
          </a:xfrm>
          <a:prstGeom prst="rect">
            <a:avLst/>
          </a:prstGeom>
          <a:solidFill>
            <a:srgbClr val="47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lvl="0">
              <a:tabLst>
                <a:tab pos="2988000" algn="ctr"/>
                <a:tab pos="6084000" algn="r"/>
              </a:tabLst>
            </a:pPr>
            <a:r>
              <a:rPr lang="de-DE" sz="800" b="0" dirty="0">
                <a:solidFill>
                  <a:srgbClr val="FFFFFF"/>
                </a:solidFill>
                <a:latin typeface="+mn-lt"/>
              </a:rPr>
              <a:t>© Software Quality Lab Academy	Seite </a:t>
            </a:r>
            <a:fld id="{DB4D6EED-3461-431C-B968-C3EC097C7304}" type="slidenum">
              <a:rPr lang="de-DE" sz="800" b="0" smtClean="0">
                <a:solidFill>
                  <a:srgbClr val="FFFFFF"/>
                </a:solidFill>
                <a:latin typeface="+mn-lt"/>
              </a:rPr>
              <a:pPr lvl="0">
                <a:tabLst>
                  <a:tab pos="2988000" algn="ctr"/>
                  <a:tab pos="6084000" algn="r"/>
                </a:tabLst>
              </a:pPr>
              <a:t>‹Nr.›</a:t>
            </a:fld>
            <a:r>
              <a:rPr lang="de-DE" sz="800" b="0" dirty="0">
                <a:solidFill>
                  <a:srgbClr val="FFFFFF"/>
                </a:solidFill>
                <a:latin typeface="+mn-lt"/>
              </a:rPr>
              <a:t>	 www.software-quality-academy.com</a:t>
            </a:r>
          </a:p>
        </p:txBody>
      </p:sp>
    </p:spTree>
    <p:extLst>
      <p:ext uri="{BB962C8B-B14F-4D97-AF65-F5344CB8AC3E}">
        <p14:creationId xmlns:p14="http://schemas.microsoft.com/office/powerpoint/2010/main" val="248756616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171450" indent="-171450" algn="l" defTabSz="914400" rtl="0" eaLnBrk="1" latinLnBrk="0" hangingPunct="1">
      <a:buClr>
        <a:schemeClr val="accent1"/>
      </a:buClr>
      <a:buFont typeface="Wingdings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Arial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Arial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Arial" pitchFamily="34" charset="0"/>
      <a:buChar char="•"/>
      <a:defRPr sz="800" i="1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Teilnehmer sollen die Liste für sich schreiben. Im nächsten Schritt wird ein Thema ausgewählt und auch dem Plenum mitgeteilt.</a:t>
            </a:r>
            <a:endParaRPr lang="de-AT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algn="ctr"/>
            <a:r>
              <a:rPr lang="de-AT"/>
              <a:t>Software Quality Lab Academy Foliennotizen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65138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ausgewählte Thema soll den Plenum mitgeteilt werden.</a:t>
            </a:r>
            <a:endParaRPr lang="de-AT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algn="ctr"/>
            <a:r>
              <a:rPr lang="de-AT"/>
              <a:t>Software Quality Lab Academy Foliennotizen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49270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algn="ctr"/>
            <a:r>
              <a:rPr lang="de-AT"/>
              <a:t>Software Quality Lab Foliennotizen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6372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anga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457200" indent="-457200">
              <a:buFontTx/>
              <a:buBlip>
                <a:blip r:embed="rId2"/>
              </a:buBlip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 dirty="0"/>
              <a:t>Inhalt/Agenda</a:t>
            </a:r>
            <a:endParaRPr lang="de-AT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146062" y="1557338"/>
            <a:ext cx="7621953" cy="4751982"/>
          </a:xfrm>
        </p:spPr>
        <p:txBody>
          <a:bodyPr/>
          <a:lstStyle>
            <a:lvl1pPr marL="355600" indent="-355600">
              <a:buClr>
                <a:srgbClr val="D20824"/>
              </a:buClr>
              <a:buFont typeface="Wingdings" pitchFamily="2" charset="2"/>
              <a:buChar char="§"/>
              <a:defRPr>
                <a:solidFill>
                  <a:srgbClr val="474949"/>
                </a:solidFill>
              </a:defRPr>
            </a:lvl1pPr>
            <a:lvl2pPr>
              <a:defRPr>
                <a:solidFill>
                  <a:srgbClr val="474949"/>
                </a:solidFill>
              </a:defRPr>
            </a:lvl2pPr>
          </a:lstStyle>
          <a:p>
            <a:pPr lvl="0"/>
            <a:r>
              <a:rPr lang="de-DE" dirty="0"/>
              <a:t>Textmasterformate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pic>
        <p:nvPicPr>
          <p:cNvPr id="3" name="Grafik 2" descr="Ein Bild, das Screenshot, Kreis, Grafiken, Rechteck enthält.&#10;&#10;Automatisch generierte Beschreibung">
            <a:extLst>
              <a:ext uri="{FF2B5EF4-FFF2-40B4-BE49-F238E27FC236}">
                <a16:creationId xmlns:a16="http://schemas.microsoft.com/office/drawing/2014/main" id="{6765EAB9-699E-3060-E488-1800D15ABE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85" y="1557338"/>
            <a:ext cx="3079727" cy="307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1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15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6" name="Inhaltsplatzhalter 3"/>
          <p:cNvSpPr>
            <a:spLocks noGrp="1" noChangeAspect="1"/>
          </p:cNvSpPr>
          <p:nvPr>
            <p:ph sz="quarter" idx="19" hasCustomPrompt="1"/>
          </p:nvPr>
        </p:nvSpPr>
        <p:spPr>
          <a:xfrm>
            <a:off x="423985" y="1557339"/>
            <a:ext cx="11344030" cy="4751387"/>
          </a:xfrm>
        </p:spPr>
        <p:txBody>
          <a:bodyPr vert="horz" lIns="36000" tIns="0" rIns="0" bIns="0" rtlCol="0">
            <a:noAutofit/>
          </a:bodyPr>
          <a:lstStyle>
            <a:lvl1pPr>
              <a:buClr>
                <a:srgbClr val="D20824"/>
              </a:buClr>
              <a:defRPr lang="de-AT" dirty="0"/>
            </a:lvl1pPr>
          </a:lstStyle>
          <a:p>
            <a:pPr lvl="0">
              <a:buClr>
                <a:srgbClr val="D10029"/>
              </a:buClr>
            </a:pPr>
            <a:r>
              <a:rPr lang="de-AT" dirty="0"/>
              <a:t>Bild, Tabelle, Grafik durch Klick auf die Symbole einfügen</a:t>
            </a:r>
          </a:p>
        </p:txBody>
      </p:sp>
    </p:spTree>
    <p:extLst>
      <p:ext uri="{BB962C8B-B14F-4D97-AF65-F5344CB8AC3E}">
        <p14:creationId xmlns:p14="http://schemas.microsoft.com/office/powerpoint/2010/main" val="264681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/>
          <p:cNvSpPr>
            <a:spLocks noGrp="1"/>
          </p:cNvSpPr>
          <p:nvPr>
            <p:ph type="body" sz="quarter" idx="13" hasCustomPrompt="1"/>
          </p:nvPr>
        </p:nvSpPr>
        <p:spPr>
          <a:xfrm>
            <a:off x="423987" y="4005064"/>
            <a:ext cx="11343751" cy="2304256"/>
          </a:xfrm>
          <a:prstGeom prst="rect">
            <a:avLst/>
          </a:prstGeom>
        </p:spPr>
        <p:txBody>
          <a:bodyPr wrap="square" tIns="0" rIns="0" bIns="0" anchor="t" anchorCtr="1">
            <a:noAutofit/>
          </a:bodyPr>
          <a:lstStyle>
            <a:lvl1pPr marL="0" indent="0" algn="ctr">
              <a:buNone/>
              <a:defRPr sz="2400" b="0">
                <a:solidFill>
                  <a:srgbClr val="474949"/>
                </a:solidFill>
                <a:latin typeface="Univers LT Std 55" panose="020B0603020202020204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&lt;Untertitel&gt;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>
          <a:xfrm>
            <a:off x="423985" y="1540716"/>
            <a:ext cx="11344027" cy="2392340"/>
          </a:xfrm>
        </p:spPr>
        <p:txBody>
          <a:bodyPr vert="horz" lIns="0" tIns="0" rIns="0" bIns="0" rtlCol="0" anchor="b" anchorCtr="1">
            <a:noAutofit/>
          </a:bodyPr>
          <a:lstStyle>
            <a:lvl1pPr algn="ctr">
              <a:defRPr lang="de-AT" sz="4800">
                <a:latin typeface="Roboto Condensed Black" panose="02000000000000000000" pitchFamily="2" charset="0"/>
                <a:ea typeface="Roboto Condensed Black" panose="02000000000000000000" pitchFamily="2" charset="0"/>
              </a:defRPr>
            </a:lvl1pPr>
          </a:lstStyle>
          <a:p>
            <a:pPr marL="0" lvl="0"/>
            <a:r>
              <a:rPr lang="de-DE" dirty="0"/>
              <a:t>&lt;Titel&gt;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492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17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336062" y="1557338"/>
            <a:ext cx="11431953" cy="4751982"/>
          </a:xfrm>
        </p:spPr>
        <p:txBody>
          <a:bodyPr/>
          <a:lstStyle>
            <a:lvl1pPr>
              <a:buClr>
                <a:srgbClr val="D20824"/>
              </a:buClr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8976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-spaltig mit Numeri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17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336062" y="1557338"/>
            <a:ext cx="11431953" cy="4751982"/>
          </a:xfrm>
        </p:spPr>
        <p:txBody>
          <a:bodyPr/>
          <a:lstStyle>
            <a:lvl1pPr marL="449263" indent="-449263">
              <a:buClr>
                <a:srgbClr val="D20824"/>
              </a:buClr>
              <a:buSzPct val="100000"/>
              <a:buFont typeface="+mj-lt"/>
              <a:buAutoNum type="arabicPeriod"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0298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-Spaltig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7"/>
          </p:nvPr>
        </p:nvSpPr>
        <p:spPr>
          <a:xfrm>
            <a:off x="4146062" y="1557338"/>
            <a:ext cx="7621953" cy="4751982"/>
          </a:xfrm>
        </p:spPr>
        <p:txBody>
          <a:bodyPr/>
          <a:lstStyle>
            <a:lvl1pPr>
              <a:buClr>
                <a:srgbClr val="D20824"/>
              </a:buClr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10" name="Inhaltsplatzhalter 3"/>
          <p:cNvSpPr>
            <a:spLocks noGrp="1" noChangeAspect="1"/>
          </p:cNvSpPr>
          <p:nvPr>
            <p:ph sz="quarter" idx="20" hasCustomPrompt="1"/>
          </p:nvPr>
        </p:nvSpPr>
        <p:spPr>
          <a:xfrm>
            <a:off x="423987" y="1557339"/>
            <a:ext cx="3333983" cy="4751387"/>
          </a:xfrm>
        </p:spPr>
        <p:txBody>
          <a:bodyPr vert="horz" lIns="36000" tIns="0" rIns="0" bIns="0" rtlCol="0">
            <a:noAutofit/>
          </a:bodyPr>
          <a:lstStyle>
            <a:lvl1pPr>
              <a:buClr>
                <a:srgbClr val="D20824"/>
              </a:buClr>
              <a:defRPr lang="de-AT" dirty="0"/>
            </a:lvl1pPr>
          </a:lstStyle>
          <a:p>
            <a:pPr lvl="0">
              <a:buClr>
                <a:srgbClr val="D10029"/>
              </a:buClr>
            </a:pPr>
            <a:r>
              <a:rPr lang="de-AT" dirty="0"/>
              <a:t>Bild, Tabelle, Grafik durch Klick auf die Symbole einfügen</a:t>
            </a:r>
          </a:p>
        </p:txBody>
      </p:sp>
    </p:spTree>
    <p:extLst>
      <p:ext uri="{BB962C8B-B14F-4D97-AF65-F5344CB8AC3E}">
        <p14:creationId xmlns:p14="http://schemas.microsoft.com/office/powerpoint/2010/main" val="43882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Roboto Condensed Black" panose="02000000000000000000" pitchFamily="2" charset="0"/>
                <a:ea typeface="Roboto Condensed Black" panose="02000000000000000000" pitchFamily="2" charset="0"/>
              </a:defRPr>
            </a:lvl1pPr>
          </a:lstStyle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18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7"/>
          </p:nvPr>
        </p:nvSpPr>
        <p:spPr>
          <a:xfrm>
            <a:off x="336062" y="1557338"/>
            <a:ext cx="11431953" cy="4751982"/>
          </a:xfrm>
        </p:spPr>
        <p:txBody>
          <a:bodyPr numCol="2" spcCol="144000"/>
          <a:lstStyle>
            <a:lvl1pPr marL="447675" indent="-447675">
              <a:buClr>
                <a:srgbClr val="D20824"/>
              </a:buClr>
              <a:defRPr lang="de-DE" sz="2800" b="0" i="0" u="none" strike="noStrike" kern="0" cap="none" spc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  <a:lvl2pPr>
              <a:buClr>
                <a:srgbClr val="D20824"/>
              </a:buClr>
              <a:defRPr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2pPr>
            <a:lvl3pPr>
              <a:buClr>
                <a:srgbClr val="D20824"/>
              </a:buClr>
              <a:defRPr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3pPr>
            <a:lvl4pPr>
              <a:buClr>
                <a:srgbClr val="D20824"/>
              </a:buClr>
              <a:defRPr>
                <a:latin typeface="Univers LT Std 55" panose="020B0603020202020204" pitchFamily="34" charset="0"/>
                <a:cs typeface="Segoe UI" panose="020B0502040204020203" pitchFamily="34" charset="0"/>
              </a:defRPr>
            </a:lvl4pPr>
            <a:lvl5pPr>
              <a:buClr>
                <a:srgbClr val="D20824"/>
              </a:buClr>
              <a:defRPr>
                <a:latin typeface="Univers LT Std 55" panose="020B0603020202020204" pitchFamily="34" charset="0"/>
                <a:cs typeface="Segoe UI" panose="020B0502040204020203" pitchFamily="34" charset="0"/>
              </a:defRPr>
            </a:lvl5pPr>
          </a:lstStyle>
          <a:p>
            <a:pPr marL="447675" lvl="0" indent="-447675" algn="l" defTabSz="914400" rtl="0" eaLnBrk="1" latinLnBrk="0" hangingPunct="1">
              <a:lnSpc>
                <a:spcPct val="95000"/>
              </a:lnSpc>
              <a:spcBef>
                <a:spcPts val="1800"/>
              </a:spcBef>
              <a:buClr>
                <a:srgbClr val="D10029"/>
              </a:buClr>
              <a:buSzPct val="110000"/>
              <a:buFont typeface="Wingdings" panose="05000000000000000000" pitchFamily="2" charset="2"/>
              <a:buChar char="§"/>
            </a:pPr>
            <a:r>
              <a:rPr lang="de-DE" dirty="0"/>
              <a:t>Mastertextformat bearbeiten</a:t>
            </a:r>
          </a:p>
          <a:p>
            <a:pPr marL="447675" lvl="1" indent="-447675" algn="l" defTabSz="914400" rtl="0" eaLnBrk="1" latinLnBrk="0" hangingPunct="1">
              <a:lnSpc>
                <a:spcPct val="95000"/>
              </a:lnSpc>
              <a:spcBef>
                <a:spcPts val="1800"/>
              </a:spcBef>
              <a:buClr>
                <a:srgbClr val="D10029"/>
              </a:buClr>
              <a:buSzPct val="110000"/>
              <a:buFont typeface="Wingdings" panose="05000000000000000000" pitchFamily="2" charset="2"/>
              <a:buChar char="§"/>
            </a:pPr>
            <a:r>
              <a:rPr lang="de-DE" dirty="0"/>
              <a:t>Zweite Ebene</a:t>
            </a:r>
          </a:p>
          <a:p>
            <a:pPr marL="447675" lvl="2" indent="-447675" algn="l" defTabSz="914400" rtl="0" eaLnBrk="1" latinLnBrk="0" hangingPunct="1">
              <a:lnSpc>
                <a:spcPct val="95000"/>
              </a:lnSpc>
              <a:spcBef>
                <a:spcPts val="1800"/>
              </a:spcBef>
              <a:buClr>
                <a:srgbClr val="D10029"/>
              </a:buClr>
              <a:buSzPct val="110000"/>
              <a:buFont typeface="Wingdings" panose="05000000000000000000" pitchFamily="2" charset="2"/>
              <a:buChar char="§"/>
            </a:pPr>
            <a:r>
              <a:rPr lang="de-DE" dirty="0"/>
              <a:t>Dritte Ebene</a:t>
            </a:r>
          </a:p>
          <a:p>
            <a:pPr marL="447675" lvl="3" indent="-447675" algn="l" defTabSz="914400" rtl="0" eaLnBrk="1" latinLnBrk="0" hangingPunct="1">
              <a:lnSpc>
                <a:spcPct val="95000"/>
              </a:lnSpc>
              <a:spcBef>
                <a:spcPts val="1800"/>
              </a:spcBef>
              <a:buClr>
                <a:srgbClr val="D10029"/>
              </a:buClr>
              <a:buSzPct val="110000"/>
              <a:buFont typeface="Wingdings" panose="05000000000000000000" pitchFamily="2" charset="2"/>
              <a:buChar char="§"/>
            </a:pPr>
            <a:r>
              <a:rPr lang="de-DE" dirty="0"/>
              <a:t>Vierte Ebene</a:t>
            </a:r>
          </a:p>
          <a:p>
            <a:pPr marL="447675" lvl="4" indent="-447675" algn="l" defTabSz="914400" rtl="0" eaLnBrk="1" latinLnBrk="0" hangingPunct="1">
              <a:lnSpc>
                <a:spcPct val="95000"/>
              </a:lnSpc>
              <a:spcBef>
                <a:spcPts val="1800"/>
              </a:spcBef>
              <a:buClr>
                <a:srgbClr val="D10029"/>
              </a:buClr>
              <a:buSzPct val="110000"/>
              <a:buFont typeface="Wingdings" panose="05000000000000000000" pitchFamily="2" charset="2"/>
              <a:buChar char="§"/>
            </a:pPr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2579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r>
              <a:rPr lang="de-DE" dirty="0"/>
              <a:t>Glossar/Definition</a:t>
            </a:r>
            <a:endParaRPr lang="de-AT" dirty="0"/>
          </a:p>
        </p:txBody>
      </p:sp>
      <p:sp>
        <p:nvSpPr>
          <p:cNvPr id="14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7"/>
          </p:nvPr>
        </p:nvSpPr>
        <p:spPr>
          <a:xfrm>
            <a:off x="423985" y="1557338"/>
            <a:ext cx="11344030" cy="4751982"/>
          </a:xfrm>
          <a:prstGeom prst="foldedCorner">
            <a:avLst>
              <a:gd name="adj" fmla="val 567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none"/>
        </p:style>
        <p:txBody>
          <a:bodyPr vert="horz" lIns="180000" tIns="144000" rIns="180000" bIns="36000" rtlCol="0">
            <a:noAutofit/>
          </a:bodyPr>
          <a:lstStyle>
            <a:lvl1pPr marL="355600" indent="-355600">
              <a:buClr>
                <a:srgbClr val="D20824"/>
              </a:buClr>
              <a:buFont typeface="Wingdings" pitchFamily="2" charset="2"/>
              <a:buChar char="§"/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 marL="1346200" indent="0">
              <a:buNone/>
              <a:tabLst>
                <a:tab pos="8712000" algn="r"/>
              </a:tabLst>
              <a:defRPr lang="de-AT"/>
            </a:lvl5pPr>
            <a:lvl6pPr>
              <a:tabLst>
                <a:tab pos="8701088" algn="r"/>
              </a:tabLst>
              <a:defRPr baseline="0"/>
            </a:lvl6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70239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 mit Ergän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r>
              <a:rPr lang="de-DE" dirty="0"/>
              <a:t>Glossar/Definition</a:t>
            </a:r>
            <a:endParaRPr lang="de-AT" dirty="0"/>
          </a:p>
        </p:txBody>
      </p:sp>
      <p:sp>
        <p:nvSpPr>
          <p:cNvPr id="16" name="Textplatzhalt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17" name="Textplatzhalter 14"/>
          <p:cNvSpPr>
            <a:spLocks noGrp="1"/>
          </p:cNvSpPr>
          <p:nvPr>
            <p:ph type="body" sz="quarter" idx="18"/>
          </p:nvPr>
        </p:nvSpPr>
        <p:spPr>
          <a:xfrm>
            <a:off x="423985" y="1557338"/>
            <a:ext cx="11344030" cy="1871662"/>
          </a:xfrm>
          <a:prstGeom prst="foldedCorner">
            <a:avLst>
              <a:gd name="adj" fmla="val 1371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none"/>
        </p:style>
        <p:txBody>
          <a:bodyPr vert="horz" lIns="180000" tIns="144000" rIns="180000" bIns="36000" rtlCol="0">
            <a:noAutofit/>
          </a:bodyPr>
          <a:lstStyle>
            <a:lvl1pPr marL="355600" indent="-355600">
              <a:buClr>
                <a:srgbClr val="D20824"/>
              </a:buClr>
              <a:buFont typeface="Wingdings" pitchFamily="2" charset="2"/>
              <a:buChar char="§"/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 marL="1346200" indent="0">
              <a:buNone/>
              <a:tabLst>
                <a:tab pos="8712000" algn="r"/>
              </a:tabLst>
              <a:defRPr lang="de-AT"/>
            </a:lvl5pPr>
            <a:lvl6pPr>
              <a:defRPr baseline="0"/>
            </a:lvl6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9"/>
          </p:nvPr>
        </p:nvSpPr>
        <p:spPr>
          <a:xfrm>
            <a:off x="423985" y="3608388"/>
            <a:ext cx="11344030" cy="2700932"/>
          </a:xfrm>
        </p:spPr>
        <p:txBody>
          <a:bodyPr/>
          <a:lstStyle>
            <a:lvl1pPr>
              <a:buClr>
                <a:srgbClr val="D20824"/>
              </a:buClr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7751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ksat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r>
              <a:rPr lang="de-DE" dirty="0"/>
              <a:t>Merksatz/Hinweis</a:t>
            </a:r>
            <a:endParaRPr lang="de-AT" dirty="0"/>
          </a:p>
        </p:txBody>
      </p:sp>
      <p:sp>
        <p:nvSpPr>
          <p:cNvPr id="14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7"/>
          </p:nvPr>
        </p:nvSpPr>
        <p:spPr>
          <a:xfrm>
            <a:off x="427240" y="1557338"/>
            <a:ext cx="11340774" cy="475198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 vert="horz" lIns="180000" tIns="144000" rIns="180000" bIns="36000" rtlCol="0">
            <a:noAutofit/>
          </a:bodyPr>
          <a:lstStyle>
            <a:lvl1pPr marL="355600" indent="-355600">
              <a:buClr>
                <a:srgbClr val="D20824"/>
              </a:buClr>
              <a:buFont typeface="Wingdings" pitchFamily="2" charset="2"/>
              <a:buChar char="§"/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66018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19" name="Textplatzhalter 25"/>
          <p:cNvSpPr>
            <a:spLocks noGrp="1"/>
          </p:cNvSpPr>
          <p:nvPr>
            <p:ph type="body" sz="quarter" idx="20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21" hasCustomPrompt="1"/>
          </p:nvPr>
        </p:nvSpPr>
        <p:spPr>
          <a:xfrm>
            <a:off x="423985" y="1557338"/>
            <a:ext cx="5494764" cy="500062"/>
          </a:xfr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vert="horz" lIns="108000" tIns="0" rIns="0" bIns="0" rtlCol="0" anchor="ctr" anchorCtr="0">
            <a:noAutofit/>
          </a:bodyPr>
          <a:lstStyle>
            <a:lvl1pPr marL="266700" indent="-266700">
              <a:buNone/>
              <a:defRPr lang="de-DE" b="0" smtClean="0">
                <a:solidFill>
                  <a:schemeClr val="bg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marL="0" lvl="0" indent="0"/>
            <a:r>
              <a:rPr lang="de-DE" dirty="0"/>
              <a:t>&lt;Überschrift 1&gt;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22"/>
          </p:nvPr>
        </p:nvSpPr>
        <p:spPr>
          <a:xfrm>
            <a:off x="423985" y="2060575"/>
            <a:ext cx="5494764" cy="4248690"/>
          </a:xfrm>
          <a:solidFill>
            <a:schemeClr val="bg2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vert="horz" lIns="144000" tIns="108000" rIns="72000" bIns="72000" rtlCol="0">
            <a:noAutofit/>
          </a:bodyPr>
          <a:lstStyle>
            <a:lvl1pPr marL="355600" indent="-355600">
              <a:buClr>
                <a:srgbClr val="D20824"/>
              </a:buClr>
              <a:defRPr lang="de-DE" smtClean="0"/>
            </a:lvl1pPr>
            <a:lvl2pPr marL="627063" indent="-269875"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6228862" y="1557338"/>
            <a:ext cx="5539153" cy="500062"/>
          </a:xfr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vert="horz" lIns="108000" tIns="0" rIns="0" bIns="0" rtlCol="0" anchor="ctr" anchorCtr="0">
            <a:noAutofit/>
          </a:bodyPr>
          <a:lstStyle>
            <a:lvl1pPr marL="266700" indent="-266700">
              <a:buNone/>
              <a:defRPr lang="de-DE" b="0" smtClean="0">
                <a:solidFill>
                  <a:schemeClr val="bg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marL="0" lvl="0" indent="0"/>
            <a:r>
              <a:rPr lang="de-DE" dirty="0"/>
              <a:t>&lt;Überschrift 2&gt;</a:t>
            </a:r>
          </a:p>
        </p:txBody>
      </p:sp>
      <p:sp>
        <p:nvSpPr>
          <p:cNvPr id="27" name="Textplatzhalter 26"/>
          <p:cNvSpPr>
            <a:spLocks noGrp="1"/>
          </p:cNvSpPr>
          <p:nvPr>
            <p:ph type="body" sz="quarter" idx="24"/>
          </p:nvPr>
        </p:nvSpPr>
        <p:spPr>
          <a:xfrm>
            <a:off x="6228862" y="2057400"/>
            <a:ext cx="5539153" cy="4251920"/>
          </a:xfrm>
          <a:solidFill>
            <a:schemeClr val="bg2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vert="horz" lIns="144000" tIns="108000" rIns="72000" bIns="72000" rtlCol="0">
            <a:noAutofit/>
          </a:bodyPr>
          <a:lstStyle>
            <a:lvl1pPr marL="355600" indent="-355600">
              <a:buClr>
                <a:srgbClr val="D20824"/>
              </a:buClr>
              <a:defRPr lang="de-DE" smtClean="0"/>
            </a:lvl1pPr>
            <a:lvl2pPr marL="627063" indent="-269875"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713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teile/Nacht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5" name="Textplatzhalter 20"/>
          <p:cNvSpPr>
            <a:spLocks noGrp="1"/>
          </p:cNvSpPr>
          <p:nvPr>
            <p:ph type="body" sz="quarter" idx="21" hasCustomPrompt="1"/>
          </p:nvPr>
        </p:nvSpPr>
        <p:spPr>
          <a:xfrm>
            <a:off x="423985" y="1557338"/>
            <a:ext cx="5494764" cy="500062"/>
          </a:xfrm>
          <a:ln w="9525">
            <a:solidFill>
              <a:srgbClr val="00855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lIns="108000" tIns="0" rIns="0" bIns="0" rtlCol="0" anchor="ctr" anchorCtr="0">
            <a:noAutofit/>
          </a:bodyPr>
          <a:lstStyle>
            <a:lvl1pPr marL="266700" indent="-266700">
              <a:buNone/>
              <a:defRPr lang="de-DE" b="0" smtClean="0">
                <a:solidFill>
                  <a:schemeClr val="bg1"/>
                </a:solidFill>
                <a:latin typeface="Univers LT Std 55" panose="020B0603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marL="0" lvl="0" indent="0"/>
            <a:r>
              <a:rPr lang="de-DE" dirty="0"/>
              <a:t>&lt;Vorteile&gt;</a:t>
            </a:r>
          </a:p>
        </p:txBody>
      </p:sp>
      <p:sp>
        <p:nvSpPr>
          <p:cNvPr id="6" name="Textplatzhalter 22"/>
          <p:cNvSpPr>
            <a:spLocks noGrp="1"/>
          </p:cNvSpPr>
          <p:nvPr>
            <p:ph type="body" sz="quarter" idx="22"/>
          </p:nvPr>
        </p:nvSpPr>
        <p:spPr>
          <a:xfrm>
            <a:off x="423985" y="2060575"/>
            <a:ext cx="5494764" cy="4248690"/>
          </a:xfrm>
          <a:solidFill>
            <a:schemeClr val="accent3">
              <a:lumMod val="20000"/>
              <a:lumOff val="80000"/>
            </a:schemeClr>
          </a:solidFill>
          <a:ln w="9525">
            <a:solidFill>
              <a:srgbClr val="00855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vert="horz" lIns="144000" tIns="108000" rIns="72000" bIns="72000" rtlCol="0">
            <a:noAutofit/>
          </a:bodyPr>
          <a:lstStyle>
            <a:lvl1pPr marL="355600" indent="-355600">
              <a:buClr>
                <a:schemeClr val="accent5"/>
              </a:buClr>
              <a:buSzPct val="100000"/>
              <a:buFontTx/>
              <a:buBlip>
                <a:blip r:embed="rId2"/>
              </a:buBlip>
              <a:defRPr lang="de-DE" smtClean="0"/>
            </a:lvl1pPr>
            <a:lvl2pPr marL="627063" indent="-269875"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6228862" y="1557338"/>
            <a:ext cx="5539153" cy="500062"/>
          </a:xfrm>
          <a:ln w="9525"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lIns="108000" tIns="0" rIns="0" bIns="0" rtlCol="0" anchor="ctr" anchorCtr="0">
            <a:noAutofit/>
          </a:bodyPr>
          <a:lstStyle>
            <a:lvl1pPr marL="266700" indent="-266700">
              <a:buNone/>
              <a:defRPr lang="de-DE" b="0" smtClean="0">
                <a:solidFill>
                  <a:schemeClr val="bg1"/>
                </a:solidFill>
                <a:latin typeface="Univers LT Std 55" panose="020B0603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marL="0" lvl="0" indent="0"/>
            <a:r>
              <a:rPr lang="de-DE" dirty="0"/>
              <a:t>&lt;Nachteile&gt;</a:t>
            </a:r>
          </a:p>
        </p:txBody>
      </p:sp>
      <p:sp>
        <p:nvSpPr>
          <p:cNvPr id="8" name="Textplatzhalter 26"/>
          <p:cNvSpPr>
            <a:spLocks noGrp="1"/>
          </p:cNvSpPr>
          <p:nvPr>
            <p:ph type="body" sz="quarter" idx="24"/>
          </p:nvPr>
        </p:nvSpPr>
        <p:spPr>
          <a:xfrm>
            <a:off x="6228862" y="2057400"/>
            <a:ext cx="5539153" cy="4251920"/>
          </a:xfrm>
          <a:solidFill>
            <a:schemeClr val="accent4">
              <a:lumMod val="20000"/>
              <a:lumOff val="80000"/>
            </a:schemeClr>
          </a:solidFill>
          <a:ln w="9525">
            <a:solidFill>
              <a:srgbClr val="DB84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 vert="horz" lIns="144000" tIns="108000" rIns="72000" bIns="72000" rtlCol="0">
            <a:noAutofit/>
          </a:bodyPr>
          <a:lstStyle>
            <a:lvl1pPr marL="355600" indent="-355600">
              <a:buSzPct val="100000"/>
              <a:buFontTx/>
              <a:buBlip>
                <a:blip r:embed="rId3"/>
              </a:buBlip>
              <a:defRPr lang="de-DE" smtClean="0"/>
            </a:lvl1pPr>
            <a:lvl2pPr marL="627063" indent="-274638"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20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</p:spTree>
    <p:extLst>
      <p:ext uri="{BB962C8B-B14F-4D97-AF65-F5344CB8AC3E}">
        <p14:creationId xmlns:p14="http://schemas.microsoft.com/office/powerpoint/2010/main" val="237340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r>
              <a:rPr lang="de-DE" dirty="0"/>
              <a:t>Übung</a:t>
            </a:r>
            <a:endParaRPr lang="de-AT" dirty="0"/>
          </a:p>
        </p:txBody>
      </p:sp>
      <p:sp>
        <p:nvSpPr>
          <p:cNvPr id="18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4146062" y="1557338"/>
            <a:ext cx="7621953" cy="4751982"/>
          </a:xfrm>
        </p:spPr>
        <p:txBody>
          <a:bodyPr/>
          <a:lstStyle>
            <a:lvl1pPr marL="355600" indent="-355600">
              <a:buClr>
                <a:srgbClr val="D20824"/>
              </a:buClr>
              <a:buFont typeface="Wingdings" pitchFamily="2" charset="2"/>
              <a:buChar char="§"/>
              <a:defRPr>
                <a:solidFill>
                  <a:srgbClr val="474949"/>
                </a:solidFill>
              </a:defRPr>
            </a:lvl1pPr>
            <a:lvl2pPr>
              <a:defRPr>
                <a:solidFill>
                  <a:srgbClr val="474949"/>
                </a:solidFill>
              </a:defRPr>
            </a:lvl2pPr>
            <a:lvl3pPr>
              <a:defRPr>
                <a:solidFill>
                  <a:srgbClr val="474949"/>
                </a:solidFill>
              </a:defRPr>
            </a:lvl3pPr>
            <a:lvl4pPr>
              <a:defRPr>
                <a:solidFill>
                  <a:srgbClr val="474949"/>
                </a:solidFill>
              </a:defRPr>
            </a:lvl4pPr>
            <a:lvl5pPr>
              <a:defRPr>
                <a:solidFill>
                  <a:srgbClr val="474949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pic>
        <p:nvPicPr>
          <p:cNvPr id="4" name="Grafik 3" descr="Ein Bild, das Kleidung, Person, Cartoon, Mann enthält.&#10;&#10;Automatisch generierte Beschreibung">
            <a:extLst>
              <a:ext uri="{FF2B5EF4-FFF2-40B4-BE49-F238E27FC236}">
                <a16:creationId xmlns:a16="http://schemas.microsoft.com/office/drawing/2014/main" id="{E09C38E5-A0AC-9FF3-D941-29064C10CF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85" y="1557338"/>
            <a:ext cx="3455838" cy="345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2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r>
              <a:rPr lang="de-DE" dirty="0"/>
              <a:t>Zusammenfassung</a:t>
            </a:r>
            <a:endParaRPr lang="de-AT" dirty="0"/>
          </a:p>
        </p:txBody>
      </p:sp>
      <p:sp>
        <p:nvSpPr>
          <p:cNvPr id="20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>
          <a:xfrm>
            <a:off x="423985" y="1557338"/>
            <a:ext cx="11344030" cy="4751982"/>
          </a:xfrm>
          <a:solidFill>
            <a:schemeClr val="bg2">
              <a:lumMod val="95000"/>
            </a:schemeClr>
          </a:solidFill>
          <a:ln w="9525"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none"/>
        </p:style>
        <p:txBody>
          <a:bodyPr vert="horz" lIns="180000" tIns="144000" rIns="72000" bIns="36000" rtlCol="0">
            <a:noAutofit/>
          </a:bodyPr>
          <a:lstStyle>
            <a:lvl1pPr>
              <a:buClr>
                <a:srgbClr val="D20824"/>
              </a:buClr>
              <a:defRPr lang="de-DE" dirty="0" smtClean="0">
                <a:solidFill>
                  <a:srgbClr val="474949"/>
                </a:solidFill>
                <a:ea typeface="+mn-ea"/>
                <a:cs typeface="+mn-cs"/>
              </a:defRPr>
            </a:lvl1pPr>
            <a:lvl2pPr>
              <a:buClr>
                <a:srgbClr val="D20824"/>
              </a:buClr>
              <a:defRPr lang="de-DE" dirty="0" smtClean="0">
                <a:solidFill>
                  <a:srgbClr val="474949"/>
                </a:solidFill>
              </a:defRPr>
            </a:lvl2pPr>
            <a:lvl3pPr>
              <a:buClr>
                <a:srgbClr val="D20824"/>
              </a:buClr>
              <a:defRPr lang="de-DE" dirty="0" smtClean="0">
                <a:solidFill>
                  <a:srgbClr val="474949"/>
                </a:solidFill>
                <a:latin typeface="+mn-lt"/>
              </a:defRPr>
            </a:lvl3pPr>
            <a:lvl4pPr>
              <a:buClr>
                <a:srgbClr val="D20824"/>
              </a:buClr>
              <a:defRPr lang="de-DE" dirty="0" smtClean="0">
                <a:solidFill>
                  <a:srgbClr val="474949"/>
                </a:solidFill>
                <a:latin typeface="+mn-lt"/>
              </a:defRPr>
            </a:lvl4pPr>
            <a:lvl5pPr>
              <a:buClr>
                <a:srgbClr val="D20824"/>
              </a:buClr>
              <a:defRPr lang="de-AT" dirty="0">
                <a:solidFill>
                  <a:srgbClr val="474949"/>
                </a:solidFill>
                <a:latin typeface="+mn-lt"/>
              </a:defRPr>
            </a:lvl5pPr>
          </a:lstStyle>
          <a:p>
            <a:pPr marL="355600" lvl="0" indent="-355600">
              <a:buClr>
                <a:srgbClr val="D10029"/>
              </a:buClr>
            </a:pPr>
            <a:r>
              <a:rPr lang="de-DE" dirty="0"/>
              <a:t>Mastertextformat bearbeiten</a:t>
            </a:r>
          </a:p>
          <a:p>
            <a:pPr marL="355600" lvl="1" indent="-355600">
              <a:buClr>
                <a:srgbClr val="D10029"/>
              </a:buClr>
            </a:pPr>
            <a:r>
              <a:rPr lang="de-DE" dirty="0"/>
              <a:t>Zweite Ebene</a:t>
            </a:r>
          </a:p>
          <a:p>
            <a:pPr marL="355600" lvl="2" indent="-355600">
              <a:buClr>
                <a:srgbClr val="D10029"/>
              </a:buClr>
            </a:pPr>
            <a:r>
              <a:rPr lang="de-DE" dirty="0"/>
              <a:t>Dritte Ebene</a:t>
            </a:r>
          </a:p>
          <a:p>
            <a:pPr marL="355600" lvl="3" indent="-355600">
              <a:buClr>
                <a:srgbClr val="D10029"/>
              </a:buClr>
            </a:pPr>
            <a:r>
              <a:rPr lang="de-DE" dirty="0"/>
              <a:t>Vierte Ebene</a:t>
            </a:r>
          </a:p>
          <a:p>
            <a:pPr marL="355600" lvl="4" indent="-355600">
              <a:buClr>
                <a:srgbClr val="D10029"/>
              </a:buClr>
            </a:pPr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30159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457200" indent="-457200">
              <a:buFontTx/>
              <a:buBlip>
                <a:blip r:embed="rId2"/>
              </a:buBlip>
              <a:defRPr b="0"/>
            </a:lvl1pPr>
          </a:lstStyle>
          <a:p>
            <a:r>
              <a:rPr lang="de-DE" dirty="0"/>
              <a:t>Zusammenfassung</a:t>
            </a:r>
            <a:endParaRPr lang="de-AT" dirty="0"/>
          </a:p>
        </p:txBody>
      </p:sp>
      <p:sp>
        <p:nvSpPr>
          <p:cNvPr id="20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>
          <a:xfrm>
            <a:off x="4234872" y="1557338"/>
            <a:ext cx="7533143" cy="4751982"/>
          </a:xfrm>
          <a:solidFill>
            <a:schemeClr val="bg2">
              <a:lumMod val="95000"/>
            </a:schemeClr>
          </a:solidFill>
          <a:ln w="9525"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none"/>
        </p:style>
        <p:txBody>
          <a:bodyPr vert="horz" lIns="180000" tIns="144000" rIns="72000" bIns="36000" rtlCol="0">
            <a:noAutofit/>
          </a:bodyPr>
          <a:lstStyle>
            <a:lvl1pPr>
              <a:buClr>
                <a:srgbClr val="D20824"/>
              </a:buClr>
              <a:defRPr lang="de-DE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>
              <a:buClr>
                <a:srgbClr val="D20824"/>
              </a:buClr>
              <a:defRPr lang="de-DE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buClr>
                <a:srgbClr val="D20824"/>
              </a:buClr>
              <a:defRPr lang="de-DE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buClr>
                <a:srgbClr val="D20824"/>
              </a:buClr>
              <a:defRPr lang="de-DE" dirty="0" smtClean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buClr>
                <a:srgbClr val="D20824"/>
              </a:buClr>
              <a:defRPr lang="de-AT" dirty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355600" lvl="0" indent="-355600">
              <a:buClr>
                <a:srgbClr val="D10029"/>
              </a:buClr>
            </a:pPr>
            <a:r>
              <a:rPr lang="de-DE" dirty="0"/>
              <a:t>Mastertextformat bearbeiten</a:t>
            </a:r>
          </a:p>
          <a:p>
            <a:pPr marL="355600" lvl="1" indent="-355600">
              <a:buClr>
                <a:srgbClr val="D10029"/>
              </a:buClr>
            </a:pPr>
            <a:r>
              <a:rPr lang="de-DE" dirty="0"/>
              <a:t>Zweite Ebene</a:t>
            </a:r>
          </a:p>
          <a:p>
            <a:pPr marL="355600" lvl="2" indent="-355600">
              <a:buClr>
                <a:srgbClr val="D10029"/>
              </a:buClr>
            </a:pPr>
            <a:r>
              <a:rPr lang="de-DE" dirty="0"/>
              <a:t>Dritte Ebene</a:t>
            </a:r>
          </a:p>
          <a:p>
            <a:pPr marL="355600" lvl="3" indent="-355600">
              <a:buClr>
                <a:srgbClr val="D10029"/>
              </a:buClr>
            </a:pPr>
            <a:r>
              <a:rPr lang="de-DE" dirty="0"/>
              <a:t>Vierte Ebene</a:t>
            </a:r>
          </a:p>
          <a:p>
            <a:pPr marL="355600" lvl="4" indent="-355600">
              <a:buClr>
                <a:srgbClr val="D10029"/>
              </a:buClr>
            </a:pPr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11" name="Inhaltsplatzhalter 3"/>
          <p:cNvSpPr>
            <a:spLocks noGrp="1" noChangeAspect="1"/>
          </p:cNvSpPr>
          <p:nvPr>
            <p:ph sz="quarter" idx="20" hasCustomPrompt="1"/>
          </p:nvPr>
        </p:nvSpPr>
        <p:spPr>
          <a:xfrm>
            <a:off x="423987" y="1557934"/>
            <a:ext cx="3333983" cy="4751387"/>
          </a:xfrm>
        </p:spPr>
        <p:txBody>
          <a:bodyPr vert="horz" lIns="36000" tIns="0" rIns="0" bIns="0" rtlCol="0">
            <a:noAutofit/>
          </a:bodyPr>
          <a:lstStyle>
            <a:lvl1pPr>
              <a:buClr>
                <a:srgbClr val="D20824"/>
              </a:buClr>
              <a:defRPr lang="de-AT" dirty="0"/>
            </a:lvl1pPr>
          </a:lstStyle>
          <a:p>
            <a:pPr lvl="0">
              <a:buClr>
                <a:srgbClr val="D10029"/>
              </a:buClr>
            </a:pPr>
            <a:r>
              <a:rPr lang="de-AT" dirty="0"/>
              <a:t>Bild, Tabelle, Grafik durch Klick auf die Symbole einfügen</a:t>
            </a:r>
          </a:p>
        </p:txBody>
      </p:sp>
    </p:spTree>
    <p:extLst>
      <p:ext uri="{BB962C8B-B14F-4D97-AF65-F5344CB8AC3E}">
        <p14:creationId xmlns:p14="http://schemas.microsoft.com/office/powerpoint/2010/main" val="131383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N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Untertitel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1" y="4365105"/>
            <a:ext cx="11431951" cy="2015431"/>
          </a:xfrm>
          <a:prstGeom prst="rect">
            <a:avLst/>
          </a:prstGeom>
        </p:spPr>
        <p:txBody>
          <a:bodyPr wrap="square" tIns="0" rIns="0" bIns="0" anchor="t" anchorCtr="1">
            <a:noAutofit/>
          </a:bodyPr>
          <a:lstStyle>
            <a:lvl1pPr marL="0" indent="0" algn="ctr">
              <a:buNone/>
              <a:defRPr b="0">
                <a:solidFill>
                  <a:srgbClr val="474949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&lt;Untertitel&gt;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061" y="1196752"/>
            <a:ext cx="11431951" cy="2376486"/>
          </a:xfrm>
          <a:prstGeom prst="rect">
            <a:avLst/>
          </a:prstGeom>
        </p:spPr>
        <p:txBody>
          <a:bodyPr wrap="square" tIns="0" rIns="0" bIns="0" anchor="b" anchorCtr="1">
            <a:noAutofit/>
          </a:bodyPr>
          <a:lstStyle>
            <a:lvl1pPr algn="ctr">
              <a:defRPr sz="4000" cap="none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&lt;Titel der Präsentation&gt;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5905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Leistungsber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3376300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AT" sz="2400" b="0" i="0" u="none" strike="noStrike" kern="0" cap="none" spc="0" baseline="0" dirty="0">
                <a:solidFill>
                  <a:schemeClr val="bg1"/>
                </a:solidFill>
                <a:uFillTx/>
                <a:latin typeface="+mj-lt"/>
                <a:ea typeface="+mn-ea"/>
                <a:cs typeface="+mn-cs"/>
              </a:rPr>
              <a:t>INNOVATION MEETS QUALITY</a:t>
            </a:r>
          </a:p>
        </p:txBody>
      </p:sp>
      <p:sp>
        <p:nvSpPr>
          <p:cNvPr id="3" name="Rechteck 2"/>
          <p:cNvSpPr/>
          <p:nvPr userDrawn="1"/>
        </p:nvSpPr>
        <p:spPr>
          <a:xfrm>
            <a:off x="0" y="329717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4000" b="0" kern="1200" cap="none" baseline="0" dirty="0">
                <a:solidFill>
                  <a:srgbClr val="474949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  <a:cs typeface="Segoe UI" panose="020B0502040204020203" pitchFamily="34" charset="0"/>
              </a:rPr>
              <a:t>Software Quality Lab Academy</a:t>
            </a:r>
            <a:endParaRPr lang="de-AT" sz="4000" b="0" kern="1200" cap="none" baseline="0" dirty="0">
              <a:solidFill>
                <a:srgbClr val="474949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1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lie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15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4441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latin typeface="+mj-lt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spcBef>
                <a:spcPts val="700"/>
              </a:spcBef>
            </a:pPr>
            <a:r>
              <a:rPr lang="de-DE"/>
              <a:t>- </a:t>
            </a:r>
            <a:fld id="{6121038F-D0AE-49EC-A588-3845512DD894}" type="slidenum">
              <a:rPr lang="de-DE" smtClean="0"/>
              <a:pPr>
                <a:spcBef>
                  <a:spcPts val="700"/>
                </a:spcBef>
              </a:pPr>
              <a:t>‹Nr.›</a:t>
            </a:fld>
            <a:r>
              <a:rPr lang="de-DE"/>
              <a:t> -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871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mit N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Untertitel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1" y="3429001"/>
            <a:ext cx="11431952" cy="1368425"/>
          </a:xfrm>
          <a:prstGeom prst="rect">
            <a:avLst/>
          </a:prstGeom>
        </p:spPr>
        <p:txBody>
          <a:bodyPr wrap="square" tIns="0" rIns="0" bIns="0" anchor="t" anchorCtr="1">
            <a:noAutofit/>
          </a:bodyPr>
          <a:lstStyle>
            <a:lvl1pPr marL="0" indent="0" algn="ctr">
              <a:buNone/>
              <a:defRPr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&lt;Untertitel der Präsentation&gt;</a:t>
            </a:r>
          </a:p>
        </p:txBody>
      </p:sp>
      <p:sp>
        <p:nvSpPr>
          <p:cNvPr id="20" name="Autor Name 3"/>
          <p:cNvSpPr>
            <a:spLocks noGrp="1"/>
          </p:cNvSpPr>
          <p:nvPr>
            <p:ph type="body" sz="quarter" idx="11" hasCustomPrompt="1"/>
          </p:nvPr>
        </p:nvSpPr>
        <p:spPr>
          <a:xfrm>
            <a:off x="336061" y="4653149"/>
            <a:ext cx="11431952" cy="1152127"/>
          </a:xfrm>
          <a:prstGeom prst="rect">
            <a:avLst/>
          </a:prstGeom>
        </p:spPr>
        <p:txBody>
          <a:bodyPr wrap="square" tIns="0" rIns="0" bIns="0" anchor="b" anchorCtr="1">
            <a:noAutofit/>
          </a:bodyPr>
          <a:lstStyle>
            <a:lvl1pPr marL="0" indent="0" algn="ctr">
              <a:buNone/>
              <a:defRPr sz="2800" b="0">
                <a:solidFill>
                  <a:srgbClr val="474949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&lt;Name des Vortragenden&gt;</a:t>
            </a:r>
          </a:p>
        </p:txBody>
      </p:sp>
      <p:sp>
        <p:nvSpPr>
          <p:cNvPr id="21" name="Autor Rolle 4"/>
          <p:cNvSpPr>
            <a:spLocks noGrp="1"/>
          </p:cNvSpPr>
          <p:nvPr>
            <p:ph type="body" sz="quarter" idx="12" hasCustomPrompt="1"/>
          </p:nvPr>
        </p:nvSpPr>
        <p:spPr>
          <a:xfrm>
            <a:off x="336061" y="5805276"/>
            <a:ext cx="11431952" cy="288008"/>
          </a:xfrm>
          <a:prstGeom prst="rect">
            <a:avLst/>
          </a:prstGeom>
        </p:spPr>
        <p:txBody>
          <a:bodyPr wrap="square" tIns="0" rIns="0" bIns="0" anchor="t" anchorCtr="1">
            <a:noAutofit/>
          </a:bodyPr>
          <a:lstStyle>
            <a:lvl1pPr marL="0" indent="0" algn="ctr">
              <a:buNone/>
              <a:defRPr sz="1800" b="0" i="0" baseline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&lt;Rolle des Vortragenden&gt;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061" y="1557338"/>
            <a:ext cx="11431952" cy="1871662"/>
          </a:xfrm>
          <a:prstGeom prst="rect">
            <a:avLst/>
          </a:prstGeom>
        </p:spPr>
        <p:txBody>
          <a:bodyPr wrap="square" tIns="0" rIns="0" bIns="0" anchor="b" anchorCtr="1">
            <a:noAutofit/>
          </a:bodyPr>
          <a:lstStyle>
            <a:lvl1pPr algn="ctr">
              <a:defRPr sz="4000" b="0" cap="none" baseline="0">
                <a:solidFill>
                  <a:schemeClr val="bg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</a:defRPr>
            </a:lvl1pPr>
          </a:lstStyle>
          <a:p>
            <a:r>
              <a:rPr lang="de-DE" dirty="0"/>
              <a:t>&lt;Titel der Präsentation&gt;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4342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N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Untertitel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1" y="4365105"/>
            <a:ext cx="11431951" cy="2015431"/>
          </a:xfrm>
          <a:prstGeom prst="rect">
            <a:avLst/>
          </a:prstGeom>
        </p:spPr>
        <p:txBody>
          <a:bodyPr wrap="square" tIns="0" rIns="0" bIns="0" anchor="t" anchorCtr="1">
            <a:noAutofit/>
          </a:bodyPr>
          <a:lstStyle>
            <a:lvl1pPr marL="0" indent="0" algn="ctr">
              <a:buNone/>
              <a:defRPr b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&lt;Untertitel&gt;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6061" y="2564904"/>
            <a:ext cx="11431951" cy="1368152"/>
          </a:xfrm>
          <a:prstGeom prst="rect">
            <a:avLst/>
          </a:prstGeom>
        </p:spPr>
        <p:txBody>
          <a:bodyPr wrap="square" tIns="0" rIns="0" bIns="0" anchor="ctr" anchorCtr="1">
            <a:noAutofit/>
          </a:bodyPr>
          <a:lstStyle>
            <a:lvl1pPr algn="ctr">
              <a:defRPr sz="4000" b="0" cap="none" baseline="0">
                <a:solidFill>
                  <a:schemeClr val="bg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</a:defRPr>
            </a:lvl1pPr>
          </a:lstStyle>
          <a:p>
            <a:r>
              <a:rPr lang="de-DE" dirty="0"/>
              <a:t>&lt;Titel der Präsentation&gt;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0501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Leistungsber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2852936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4000" b="0" kern="1200" cap="none" baseline="0" dirty="0">
                <a:solidFill>
                  <a:schemeClr val="bg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  <a:cs typeface="+mj-cs"/>
              </a:rPr>
              <a:t>Software Quality Lab Academy</a:t>
            </a:r>
            <a:endParaRPr lang="de-AT" sz="4000" b="0" kern="1200" cap="none" baseline="0" dirty="0">
              <a:solidFill>
                <a:schemeClr val="bg1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449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lussfolie WI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nschrift"/>
          <p:cNvSpPr txBox="1"/>
          <p:nvPr userDrawn="1"/>
        </p:nvSpPr>
        <p:spPr>
          <a:xfrm>
            <a:off x="0" y="4797424"/>
            <a:ext cx="12192000" cy="143986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b="0" i="0" dirty="0">
                <a:solidFill>
                  <a:srgbClr val="47494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Gewerbepark Urfahr 6</a:t>
            </a:r>
            <a:br>
              <a:rPr lang="de-DE" dirty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b="0" i="0" dirty="0">
                <a:solidFill>
                  <a:srgbClr val="47494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4040 Linz / Urfahr</a:t>
            </a:r>
            <a:br>
              <a:rPr lang="de-DE" dirty="0">
                <a:solidFill>
                  <a:srgbClr val="474949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b="0" i="0" dirty="0">
                <a:solidFill>
                  <a:srgbClr val="47494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Österreich</a:t>
            </a:r>
            <a:br>
              <a:rPr lang="de-AT" sz="1800" b="0" i="0" u="none" strike="noStrike" kern="1200" cap="none" spc="0" baseline="0" dirty="0">
                <a:solidFill>
                  <a:srgbClr val="474949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</a:br>
            <a:endParaRPr lang="de-AT" sz="1800" b="0" i="0" u="none" strike="noStrike" kern="1200" cap="none" spc="0" baseline="0" dirty="0">
              <a:solidFill>
                <a:srgbClr val="474949"/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Segoe UI" panose="020B0502040204020203" pitchFamily="34" charset="0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AT" sz="1800" b="0" i="0" u="none" strike="noStrike" kern="1200" cap="none" spc="0" baseline="0" dirty="0">
                <a:solidFill>
                  <a:srgbClr val="474949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+43 5 0657-400</a:t>
            </a:r>
            <a:br>
              <a:rPr lang="de-AT" sz="1800" b="0" i="0" u="none" strike="noStrike" kern="1200" cap="none" spc="0" baseline="0" dirty="0">
                <a:solidFill>
                  <a:srgbClr val="474949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</a:br>
            <a:r>
              <a:rPr lang="de-AT" sz="1800" b="0" i="0" u="none" strike="noStrike" kern="1200" cap="none" spc="0" baseline="0" dirty="0">
                <a:solidFill>
                  <a:srgbClr val="474949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software-quality-academy.com</a:t>
            </a:r>
          </a:p>
        </p:txBody>
      </p:sp>
      <p:sp>
        <p:nvSpPr>
          <p:cNvPr id="10" name="Rechteck 9"/>
          <p:cNvSpPr/>
          <p:nvPr userDrawn="1"/>
        </p:nvSpPr>
        <p:spPr>
          <a:xfrm>
            <a:off x="0" y="286513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4000" b="0" kern="1200" cap="none" baseline="0" dirty="0">
                <a:solidFill>
                  <a:schemeClr val="bg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  <a:cs typeface="+mj-cs"/>
              </a:rPr>
              <a:t>Software Quality Lab Academy</a:t>
            </a:r>
            <a:endParaRPr lang="de-AT" sz="4000" b="0" kern="1200" cap="none" baseline="0" dirty="0">
              <a:solidFill>
                <a:schemeClr val="bg1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3460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&lt;Titel&gt;</a:t>
            </a:r>
            <a:endParaRPr lang="de-AT" dirty="0"/>
          </a:p>
        </p:txBody>
      </p:sp>
      <p:sp>
        <p:nvSpPr>
          <p:cNvPr id="15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4146061" y="0"/>
            <a:ext cx="7621954" cy="573088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 algn="r">
              <a:buNone/>
              <a:defRPr lang="de-DE" sz="1800" b="0" dirty="0" smtClean="0">
                <a:solidFill>
                  <a:srgbClr val="474949"/>
                </a:solidFill>
                <a:latin typeface="Univers LT Std 55" panose="020B0603020202020204" pitchFamily="34" charset="0"/>
                <a:cs typeface="Segoe UI" panose="020B0502040204020203" pitchFamily="34" charset="0"/>
              </a:defRPr>
            </a:lvl1pPr>
          </a:lstStyle>
          <a:p>
            <a:pPr marL="0" lvl="0" algn="r">
              <a:spcBef>
                <a:spcPct val="0"/>
              </a:spcBef>
            </a:pPr>
            <a:r>
              <a:rPr lang="de-DE" dirty="0"/>
              <a:t>&lt;Übertitel&gt;</a:t>
            </a:r>
          </a:p>
        </p:txBody>
      </p:sp>
      <p:sp>
        <p:nvSpPr>
          <p:cNvPr id="6" name="Inhaltsplatzhalter 3"/>
          <p:cNvSpPr>
            <a:spLocks noGrp="1" noChangeAspect="1"/>
          </p:cNvSpPr>
          <p:nvPr>
            <p:ph sz="quarter" idx="19" hasCustomPrompt="1"/>
          </p:nvPr>
        </p:nvSpPr>
        <p:spPr>
          <a:xfrm>
            <a:off x="423985" y="1557339"/>
            <a:ext cx="11344030" cy="4751387"/>
          </a:xfrm>
        </p:spPr>
        <p:txBody>
          <a:bodyPr vert="horz" lIns="36000" tIns="0" rIns="0" bIns="0" rtlCol="0">
            <a:noAutofit/>
          </a:bodyPr>
          <a:lstStyle>
            <a:lvl1pPr>
              <a:buClr>
                <a:srgbClr val="D20824"/>
              </a:buClr>
              <a:defRPr lang="de-AT" dirty="0"/>
            </a:lvl1pPr>
          </a:lstStyle>
          <a:p>
            <a:pPr lvl="0">
              <a:buClr>
                <a:srgbClr val="D10029"/>
              </a:buClr>
            </a:pPr>
            <a:r>
              <a:rPr lang="de-AT" dirty="0"/>
              <a:t>Bild, Tabelle, Grafik durch Klick auf die Symbole einfügen</a:t>
            </a:r>
          </a:p>
        </p:txBody>
      </p:sp>
    </p:spTree>
    <p:extLst>
      <p:ext uri="{BB962C8B-B14F-4D97-AF65-F5344CB8AC3E}">
        <p14:creationId xmlns:p14="http://schemas.microsoft.com/office/powerpoint/2010/main" val="287584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orduere 4"/>
          <p:cNvSpPr/>
          <p:nvPr userDrawn="1"/>
        </p:nvSpPr>
        <p:spPr>
          <a:xfrm rot="5400000">
            <a:off x="5959430" y="628542"/>
            <a:ext cx="270029" cy="12188889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AT" sz="1800" b="0" i="0" u="none" strike="noStrike" kern="1200" cap="none" spc="0" baseline="0">
              <a:solidFill>
                <a:srgbClr val="000000"/>
              </a:solidFill>
              <a:uFillTx/>
              <a:latin typeface="Tahoma" pitchFamily="34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064388" y="574082"/>
            <a:ext cx="8703627" cy="45259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/>
              <a:t>&lt;Titel eingeben&gt;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idx="1"/>
          </p:nvPr>
        </p:nvSpPr>
        <p:spPr>
          <a:xfrm>
            <a:off x="336062" y="1556793"/>
            <a:ext cx="11431953" cy="4758795"/>
          </a:xfrm>
          <a:prstGeom prst="rect">
            <a:avLst/>
          </a:prstGeom>
        </p:spPr>
        <p:txBody>
          <a:bodyPr vert="horz" lIns="3600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  <a:p>
            <a:pPr lvl="5"/>
            <a:r>
              <a:rPr lang="de-AT" dirty="0"/>
              <a:t>Sechste Ebene: [Referenzangabe]</a:t>
            </a:r>
          </a:p>
        </p:txBody>
      </p:sp>
      <p:sp>
        <p:nvSpPr>
          <p:cNvPr id="9" name="Borduere 4"/>
          <p:cNvSpPr/>
          <p:nvPr/>
        </p:nvSpPr>
        <p:spPr>
          <a:xfrm rot="5400000">
            <a:off x="6000678" y="-4947943"/>
            <a:ext cx="198072" cy="12199429"/>
          </a:xfrm>
          <a:prstGeom prst="rect">
            <a:avLst/>
          </a:prstGeom>
          <a:solidFill>
            <a:srgbClr val="D20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none" lIns="91440" tIns="45720" rIns="91440" bIns="45720" anchor="ctr" anchorCtr="0" compatLnSpc="1"/>
          <a:lstStyle/>
          <a:p>
            <a:pPr marL="1012825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AT" sz="980" b="1" i="0" u="none" strike="noStrike" kern="1200" cap="none" spc="0" baseline="0" dirty="0">
              <a:solidFill>
                <a:schemeClr val="bg1"/>
              </a:solidFill>
              <a:uFillTx/>
              <a:latin typeface="+mj-lt"/>
            </a:endParaRPr>
          </a:p>
        </p:txBody>
      </p:sp>
      <p:sp>
        <p:nvSpPr>
          <p:cNvPr id="27" name="Templateversion"/>
          <p:cNvSpPr txBox="1"/>
          <p:nvPr userDrawn="1"/>
        </p:nvSpPr>
        <p:spPr>
          <a:xfrm>
            <a:off x="0" y="-201613"/>
            <a:ext cx="2038373" cy="2016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 dirty="0">
                <a:solidFill>
                  <a:srgbClr val="AAAAAA"/>
                </a:solidFill>
                <a:uFillTx/>
                <a:latin typeface="+mn-lt"/>
                <a:ea typeface="+mn-ea"/>
                <a:cs typeface="+mn-cs"/>
              </a:rPr>
              <a:t>SWQLA Präsentationsvorlage 16:9 V1.0</a:t>
            </a:r>
          </a:p>
        </p:txBody>
      </p:sp>
      <p:sp>
        <p:nvSpPr>
          <p:cNvPr id="36" name="Fusszeile 7"/>
          <p:cNvSpPr txBox="1"/>
          <p:nvPr userDrawn="1"/>
        </p:nvSpPr>
        <p:spPr>
          <a:xfrm>
            <a:off x="0" y="6587972"/>
            <a:ext cx="12199429" cy="2700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9875" algn="l"/>
                <a:tab pos="5918200" algn="ctr"/>
                <a:tab pos="11749088" algn="r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900" b="0" i="0" u="none" strike="noStrike" kern="1200" cap="none" spc="0" baseline="0" dirty="0">
                <a:solidFill>
                  <a:srgbClr val="FFFFFF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t>	© Software Quality Lab Academy	</a:t>
            </a:r>
            <a:r>
              <a:rPr lang="de-DE" sz="900" b="0" i="0" u="none" strike="noStrike" kern="1200" cap="none" spc="0" baseline="0" dirty="0">
                <a:solidFill>
                  <a:schemeClr val="bg1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t>software-quality-academy.com	</a:t>
            </a:r>
            <a:r>
              <a:rPr lang="de-DE" sz="900" b="1" i="0" u="none" strike="noStrike" kern="1200" cap="none" spc="0" baseline="0" dirty="0">
                <a:solidFill>
                  <a:schemeClr val="bg1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t>- </a:t>
            </a:r>
            <a:fld id="{2EBF6EF3-7FC4-441F-B433-186A5E3DE78F}" type="slidenum">
              <a:rPr lang="de-DE" sz="900" b="1" i="0" u="none" strike="noStrike" kern="1200" cap="none" spc="0" baseline="0" smtClean="0">
                <a:solidFill>
                  <a:schemeClr val="bg1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69875" algn="l"/>
                  <a:tab pos="5918200" algn="ctr"/>
                  <a:tab pos="11749088" algn="r"/>
                </a:tabLs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‹Nr.›</a:t>
            </a:fld>
            <a:r>
              <a:rPr lang="de-DE" sz="900" b="1" i="0" u="none" strike="noStrike" kern="1200" cap="none" spc="0" baseline="0" dirty="0">
                <a:solidFill>
                  <a:schemeClr val="bg1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t> -</a:t>
            </a:r>
            <a:endParaRPr lang="de-DE" sz="900" b="1" i="0" u="none" strike="noStrike" kern="1200" cap="none" spc="0" baseline="0" dirty="0">
              <a:solidFill>
                <a:srgbClr val="000000"/>
              </a:solidFill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Grafik 10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785C8860-B03D-9135-F829-A51B20F8F360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9" y="386644"/>
            <a:ext cx="2591586" cy="58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</p:sldLayoutIdLst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r" defTabSz="914400" rtl="0" eaLnBrk="1" latinLnBrk="0" hangingPunct="1">
        <a:spcBef>
          <a:spcPct val="0"/>
        </a:spcBef>
        <a:buNone/>
        <a:defRPr sz="2800" b="0" kern="1200" cap="none" baseline="0">
          <a:solidFill>
            <a:srgbClr val="474949"/>
          </a:solidFill>
          <a:latin typeface="Roboto Condensed Black" panose="02000000000000000000" pitchFamily="2" charset="0"/>
          <a:ea typeface="Roboto Condensed Black" panose="02000000000000000000" pitchFamily="2" charset="0"/>
          <a:cs typeface="+mj-cs"/>
        </a:defRPr>
      </a:lvl1pPr>
    </p:titleStyle>
    <p:bodyStyle>
      <a:lvl1pPr marL="447675" indent="-447675" algn="l" defTabSz="914400" rtl="0" eaLnBrk="1" latinLnBrk="0" hangingPunct="1">
        <a:lnSpc>
          <a:spcPct val="95000"/>
        </a:lnSpc>
        <a:spcBef>
          <a:spcPts val="1800"/>
        </a:spcBef>
        <a:buClr>
          <a:srgbClr val="D20824"/>
        </a:buClr>
        <a:buSzPct val="110000"/>
        <a:buFont typeface="Wingdings" panose="05000000000000000000" pitchFamily="2" charset="2"/>
        <a:buChar char="§"/>
        <a:defRPr lang="de-DE" sz="2200" b="0" i="0" u="none" strike="noStrike" kern="0" cap="none" spc="0" baseline="0" dirty="0" smtClean="0">
          <a:solidFill>
            <a:srgbClr val="474949"/>
          </a:solidFill>
          <a:uFillTx/>
          <a:latin typeface="Roboto" panose="02000000000000000000" pitchFamily="2" charset="0"/>
          <a:ea typeface="Roboto" panose="02000000000000000000" pitchFamily="2" charset="0"/>
          <a:cs typeface="Segoe UI" panose="020B0502040204020203" pitchFamily="34" charset="0"/>
        </a:defRPr>
      </a:lvl1pPr>
      <a:lvl2pPr marL="809625" indent="-361950" algn="l" defTabSz="914400" rtl="0" eaLnBrk="1" latinLnBrk="0" hangingPunct="1">
        <a:lnSpc>
          <a:spcPct val="95000"/>
        </a:lnSpc>
        <a:spcBef>
          <a:spcPts val="600"/>
        </a:spcBef>
        <a:buClr>
          <a:srgbClr val="474949"/>
        </a:buClr>
        <a:buSzPct val="110000"/>
        <a:buFont typeface="Wingdings" pitchFamily="2" charset="2"/>
        <a:buChar char="§"/>
        <a:defRPr lang="de-DE" sz="2000" b="0" i="0" u="none" strike="noStrike" kern="0" cap="none" spc="0" baseline="0" dirty="0" smtClean="0">
          <a:solidFill>
            <a:srgbClr val="474949"/>
          </a:solidFill>
          <a:uFillTx/>
          <a:latin typeface="Roboto" panose="02000000000000000000" pitchFamily="2" charset="0"/>
          <a:ea typeface="Roboto" panose="02000000000000000000" pitchFamily="2" charset="0"/>
          <a:cs typeface="Segoe UI" panose="020B0502040204020203" pitchFamily="34" charset="0"/>
        </a:defRPr>
      </a:lvl2pPr>
      <a:lvl3pPr marL="1076325" indent="-266700" algn="l" defTabSz="914400" rtl="0" eaLnBrk="1" latinLnBrk="0" hangingPunct="1">
        <a:lnSpc>
          <a:spcPct val="95000"/>
        </a:lnSpc>
        <a:spcBef>
          <a:spcPts val="300"/>
        </a:spcBef>
        <a:buClr>
          <a:srgbClr val="474949"/>
        </a:buClr>
        <a:buFont typeface="Arial" panose="020B0604020202020204" pitchFamily="34" charset="0"/>
        <a:buChar char="•"/>
        <a:defRPr lang="de-DE" sz="1800" b="0" i="0" u="none" strike="noStrike" kern="0" cap="none" spc="0" baseline="0" dirty="0" smtClean="0">
          <a:solidFill>
            <a:srgbClr val="474949"/>
          </a:solidFill>
          <a:uFillTx/>
          <a:latin typeface="Roboto" panose="02000000000000000000" pitchFamily="2" charset="0"/>
          <a:ea typeface="Roboto" panose="02000000000000000000" pitchFamily="2" charset="0"/>
          <a:cs typeface="Segoe UI" panose="020B0502040204020203" pitchFamily="34" charset="0"/>
        </a:defRPr>
      </a:lvl3pPr>
      <a:lvl4pPr marL="1257300" indent="-177800" algn="l" defTabSz="914400" rtl="0" eaLnBrk="1" latinLnBrk="0" hangingPunct="1">
        <a:lnSpc>
          <a:spcPct val="95000"/>
        </a:lnSpc>
        <a:spcBef>
          <a:spcPts val="300"/>
        </a:spcBef>
        <a:buClr>
          <a:srgbClr val="474949"/>
        </a:buClr>
        <a:buFont typeface="Arial" pitchFamily="34" charset="0"/>
        <a:buChar char="•"/>
        <a:defRPr lang="de-DE" sz="1600" b="0" i="0" u="none" strike="noStrike" kern="0" cap="none" spc="0" baseline="0" dirty="0" smtClean="0">
          <a:solidFill>
            <a:srgbClr val="474949"/>
          </a:solidFill>
          <a:uFillTx/>
          <a:latin typeface="Roboto" panose="02000000000000000000" pitchFamily="2" charset="0"/>
          <a:ea typeface="Roboto" panose="02000000000000000000" pitchFamily="2" charset="0"/>
          <a:cs typeface="Segoe UI" panose="020B0502040204020203" pitchFamily="34" charset="0"/>
        </a:defRPr>
      </a:lvl4pPr>
      <a:lvl5pPr marL="1524000" indent="-177800" algn="l" defTabSz="914400" rtl="0" eaLnBrk="1" latinLnBrk="0" hangingPunct="1">
        <a:lnSpc>
          <a:spcPct val="95000"/>
        </a:lnSpc>
        <a:spcBef>
          <a:spcPts val="300"/>
        </a:spcBef>
        <a:buClr>
          <a:srgbClr val="474949"/>
        </a:buClr>
        <a:buFont typeface="Arial" pitchFamily="34" charset="0"/>
        <a:buChar char="•"/>
        <a:defRPr lang="de-DE" sz="1400" b="0" i="1" u="none" strike="noStrike" kern="0" cap="none" spc="0" baseline="0" dirty="0">
          <a:solidFill>
            <a:srgbClr val="474949"/>
          </a:solidFill>
          <a:uFillTx/>
          <a:latin typeface="Roboto" panose="02000000000000000000" pitchFamily="2" charset="0"/>
          <a:ea typeface="Roboto" panose="02000000000000000000" pitchFamily="2" charset="0"/>
          <a:cs typeface="Segoe UI" panose="020B0502040204020203" pitchFamily="34" charset="0"/>
        </a:defRPr>
      </a:lvl5pPr>
      <a:lvl6pPr marL="2286000" indent="0" algn="r" defTabSz="914400" rtl="0" eaLnBrk="1" latinLnBrk="0" hangingPunct="1">
        <a:lnSpc>
          <a:spcPct val="95000"/>
        </a:lnSpc>
        <a:spcBef>
          <a:spcPts val="300"/>
        </a:spcBef>
        <a:buFont typeface="Arial" pitchFamily="34" charset="0"/>
        <a:buNone/>
        <a:defRPr sz="1200" i="1" kern="1200">
          <a:solidFill>
            <a:srgbClr val="474949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mplateversion"/>
          <p:cNvSpPr txBox="1"/>
          <p:nvPr userDrawn="1"/>
        </p:nvSpPr>
        <p:spPr>
          <a:xfrm>
            <a:off x="0" y="-201613"/>
            <a:ext cx="2038373" cy="2016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 dirty="0">
                <a:solidFill>
                  <a:srgbClr val="AAAAAA"/>
                </a:solidFill>
                <a:uFillTx/>
                <a:latin typeface="+mn-lt"/>
                <a:ea typeface="+mn-ea"/>
                <a:cs typeface="+mn-cs"/>
              </a:rPr>
              <a:t>SWQLA Präsentationsvorlage 16:9 V1.0</a:t>
            </a:r>
          </a:p>
        </p:txBody>
      </p:sp>
      <p:sp>
        <p:nvSpPr>
          <p:cNvPr id="9" name="Borduere 4"/>
          <p:cNvSpPr/>
          <p:nvPr userDrawn="1"/>
        </p:nvSpPr>
        <p:spPr>
          <a:xfrm rot="5400000">
            <a:off x="5415639" y="-2850736"/>
            <a:ext cx="1368152" cy="12199429"/>
          </a:xfrm>
          <a:prstGeom prst="rect">
            <a:avLst/>
          </a:prstGeom>
          <a:solidFill>
            <a:srgbClr val="D20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AT" sz="1800" b="0" i="0" u="none" strike="noStrike" kern="1200" cap="none" spc="0" baseline="0">
              <a:solidFill>
                <a:srgbClr val="000000"/>
              </a:solidFill>
              <a:uFillTx/>
              <a:latin typeface="Tahoma" pitchFamily="34"/>
            </a:endParaRPr>
          </a:p>
        </p:txBody>
      </p:sp>
      <p:sp>
        <p:nvSpPr>
          <p:cNvPr id="10" name="Borduere 4"/>
          <p:cNvSpPr/>
          <p:nvPr userDrawn="1"/>
        </p:nvSpPr>
        <p:spPr>
          <a:xfrm rot="5400000">
            <a:off x="5959430" y="628542"/>
            <a:ext cx="270028" cy="12188889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AT" sz="1800" b="0" i="0" u="none" strike="noStrike" kern="1200" cap="none" spc="0" baseline="0">
              <a:solidFill>
                <a:srgbClr val="000000"/>
              </a:solidFill>
              <a:uFillTx/>
              <a:latin typeface="Tahoma" pitchFamily="34"/>
            </a:endParaRPr>
          </a:p>
        </p:txBody>
      </p:sp>
      <p:sp>
        <p:nvSpPr>
          <p:cNvPr id="11" name="Fusszeile 7">
            <a:extLst>
              <a:ext uri="{FF2B5EF4-FFF2-40B4-BE49-F238E27FC236}">
                <a16:creationId xmlns:a16="http://schemas.microsoft.com/office/drawing/2014/main" id="{9DED2AFB-7F12-4373-BA7A-1105FEE86E30}"/>
              </a:ext>
            </a:extLst>
          </p:cNvPr>
          <p:cNvSpPr txBox="1"/>
          <p:nvPr userDrawn="1"/>
        </p:nvSpPr>
        <p:spPr>
          <a:xfrm>
            <a:off x="0" y="6585668"/>
            <a:ext cx="12199429" cy="2723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9875" algn="l"/>
                <a:tab pos="5918200" algn="ctr"/>
                <a:tab pos="11749088" algn="r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900" b="0" i="0" u="none" strike="noStrike" kern="1200" cap="none" spc="0" baseline="0" dirty="0">
                <a:solidFill>
                  <a:srgbClr val="FFFFFF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t>	© Software Quality Lab Academy	</a:t>
            </a:r>
            <a:r>
              <a:rPr lang="de-DE" sz="900" b="0" i="0" u="none" strike="noStrike" kern="1200" cap="none" spc="0" baseline="0" dirty="0">
                <a:solidFill>
                  <a:schemeClr val="bg1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t>software-quality-academy.com	</a:t>
            </a:r>
            <a:r>
              <a:rPr lang="de-DE" sz="900" b="1" i="0" u="none" strike="noStrike" kern="1200" cap="none" spc="0" baseline="0" dirty="0">
                <a:solidFill>
                  <a:schemeClr val="bg1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t>- </a:t>
            </a:r>
            <a:fld id="{2EBF6EF3-7FC4-441F-B433-186A5E3DE78F}" type="slidenum">
              <a:rPr lang="de-DE" sz="900" b="1" i="0" u="none" strike="noStrike" kern="1200" cap="none" spc="0" baseline="0" smtClean="0">
                <a:solidFill>
                  <a:schemeClr val="bg1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69875" algn="l"/>
                  <a:tab pos="5918200" algn="ctr"/>
                  <a:tab pos="11749088" algn="r"/>
                </a:tabLs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‹Nr.›</a:t>
            </a:fld>
            <a:r>
              <a:rPr lang="de-DE" sz="900" b="1" i="0" u="none" strike="noStrike" kern="1200" cap="none" spc="0" baseline="0" dirty="0">
                <a:solidFill>
                  <a:schemeClr val="bg1"/>
                </a:solidFill>
                <a:uFillTx/>
                <a:latin typeface="Roboto" panose="02000000000000000000" pitchFamily="2" charset="0"/>
                <a:ea typeface="Roboto" panose="02000000000000000000" pitchFamily="2" charset="0"/>
              </a:rPr>
              <a:t> -</a:t>
            </a:r>
            <a:endParaRPr lang="de-DE" sz="900" b="1" i="0" u="none" strike="noStrike" kern="1200" cap="none" spc="0" baseline="0" dirty="0">
              <a:solidFill>
                <a:srgbClr val="000000"/>
              </a:solidFill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Grafik 2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EBAAE56B-DF47-F49D-1577-679F7B89BAA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9" y="386644"/>
            <a:ext cx="2591586" cy="58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6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</p:sldLayoutIdLst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r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3538" indent="-363538" algn="l" defTabSz="914400" rtl="0" eaLnBrk="1" latinLnBrk="0" hangingPunct="1">
        <a:lnSpc>
          <a:spcPct val="95000"/>
        </a:lnSpc>
        <a:spcBef>
          <a:spcPts val="300"/>
        </a:spcBef>
        <a:buFont typeface="+mj-lt"/>
        <a:buAutoNum type="romanUcPeriod"/>
        <a:defRPr lang="de-DE" sz="2400" b="1" i="0" u="none" strike="noStrike" kern="0" cap="none" spc="0" baseline="0" dirty="0" smtClean="0">
          <a:solidFill>
            <a:srgbClr val="444444"/>
          </a:solidFill>
          <a:uFillTx/>
          <a:latin typeface="+mj-lt"/>
          <a:ea typeface="+mn-ea"/>
          <a:cs typeface="+mn-cs"/>
        </a:defRPr>
      </a:lvl1pPr>
      <a:lvl2pPr marL="712788" indent="-349250" algn="l" defTabSz="914400" rtl="0" eaLnBrk="1" latinLnBrk="0" hangingPunct="1">
        <a:lnSpc>
          <a:spcPct val="95000"/>
        </a:lnSpc>
        <a:spcBef>
          <a:spcPts val="300"/>
        </a:spcBef>
        <a:buFont typeface="+mj-lt"/>
        <a:buAutoNum type="romanLcPeriod"/>
        <a:defRPr lang="de-DE" sz="2000" b="0" i="0" u="none" strike="noStrike" kern="0" cap="none" spc="0" baseline="0" dirty="0" smtClean="0">
          <a:solidFill>
            <a:srgbClr val="444444"/>
          </a:solidFill>
          <a:uFillTx/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de-DE" sz="1400" b="1" i="0" u="none" strike="noStrike" kern="0" cap="none" spc="0" baseline="0" dirty="0" smtClean="0">
          <a:solidFill>
            <a:srgbClr val="FFFFFF"/>
          </a:solidFill>
          <a:uFillTx/>
          <a:latin typeface="Square721 Cn B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de-DE" sz="1050" b="1" i="0" u="none" strike="noStrike" kern="0" cap="none" spc="0" baseline="0" dirty="0" smtClean="0">
          <a:solidFill>
            <a:srgbClr val="FFFFFF"/>
          </a:solidFill>
          <a:uFillTx/>
          <a:latin typeface="Square721 Cn B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de-DE" sz="1050" b="1" i="1" u="none" strike="noStrike" kern="0" cap="none" spc="0" baseline="0" dirty="0">
          <a:solidFill>
            <a:srgbClr val="FFFFFF"/>
          </a:solidFill>
          <a:uFillTx/>
          <a:latin typeface="Square721 Cn B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9C71F-0FCB-5E4F-2C08-FD08365C7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7091168-49C8-A40E-B99C-89B03F66C1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CPSA - Foundation Level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5B4DAFC-A19F-0673-473D-866C37D0A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Abschluss</a:t>
            </a:r>
            <a:endParaRPr lang="de-AT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ABBB438-93A6-BB00-7E5E-57B5F5942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838" y="164895"/>
            <a:ext cx="1584174" cy="93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0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4BE211F-F77C-CB6A-3EFE-F37E8AF6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nehme ich mir mit?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581CB23-07B2-41BE-98EF-D81C0BF384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Abschluss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EC5FBC-953A-B097-FC0A-F4CD847A91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2400"/>
              </a:spcBef>
            </a:pPr>
            <a:r>
              <a:rPr lang="de-DE" dirty="0"/>
              <a:t>Wir haben in den letzten Tagen viele Themen und Inhalte erlernt. Überlege dir welche Themen du zukünftig in deinem Alltag adressieren möchtest. Gliedere in:</a:t>
            </a:r>
          </a:p>
          <a:p>
            <a:pPr lvl="1">
              <a:lnSpc>
                <a:spcPct val="130000"/>
              </a:lnSpc>
              <a:spcBef>
                <a:spcPts val="2400"/>
              </a:spcBef>
            </a:pPr>
            <a:r>
              <a:rPr lang="de-DE" dirty="0"/>
              <a:t>Beginnen</a:t>
            </a:r>
          </a:p>
          <a:p>
            <a:pPr lvl="1">
              <a:lnSpc>
                <a:spcPct val="130000"/>
              </a:lnSpc>
              <a:spcBef>
                <a:spcPts val="2400"/>
              </a:spcBef>
            </a:pPr>
            <a:r>
              <a:rPr lang="de-DE" dirty="0"/>
              <a:t>Weiter machen</a:t>
            </a:r>
          </a:p>
          <a:p>
            <a:pPr lvl="1">
              <a:lnSpc>
                <a:spcPct val="130000"/>
              </a:lnSpc>
              <a:spcBef>
                <a:spcPts val="2400"/>
              </a:spcBef>
            </a:pPr>
            <a:r>
              <a:rPr lang="de-DE" dirty="0"/>
              <a:t>Aufhören</a:t>
            </a:r>
          </a:p>
          <a:p>
            <a:pPr lvl="1">
              <a:lnSpc>
                <a:spcPct val="130000"/>
              </a:lnSpc>
              <a:spcBef>
                <a:spcPts val="2400"/>
              </a:spcBef>
            </a:pPr>
            <a:r>
              <a:rPr lang="de-DE" dirty="0"/>
              <a:t>Unentschlossen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76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C69E-96FD-17D5-23CD-77EBD255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677FA92-63A9-A45A-8917-BD799866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 morgen!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7F4732-CDB5-8105-2244-A365B21F4B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Abschluss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2BA6213-4912-F459-8EE6-B519FF9312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de-DE" dirty="0"/>
              <a:t>Aller Anfang ist schwer.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de-DE" dirty="0"/>
              <a:t>Wähle aus deiner Liste </a:t>
            </a:r>
            <a:r>
              <a:rPr lang="de-DE" b="1" dirty="0"/>
              <a:t>ein Thema</a:t>
            </a:r>
            <a:r>
              <a:rPr lang="de-DE" dirty="0"/>
              <a:t> aus, mit dem du ab morgen beginnen bzw. aufhören möchtest.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54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6CDA-150C-1AA5-0933-C2A0DD713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63717-3817-9458-4AE7-AF2AC82C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Weiterer Weg in der Ausbildung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F74B3E-0C3D-65BD-59E1-BA096733A9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Abschluss</a:t>
            </a:r>
            <a:endParaRPr lang="de-A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D55C54-856B-A253-D035-B493D8B94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79" y="1529954"/>
            <a:ext cx="8496242" cy="477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55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9C64-1F38-C9D2-E6D8-A94AE4A3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Weiterführende Themen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D49E5-D3C5-3023-F5D1-FC212DB5EA2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3985" y="1557339"/>
            <a:ext cx="11344030" cy="575517"/>
          </a:xfrm>
        </p:spPr>
        <p:txBody>
          <a:bodyPr numCol="1"/>
          <a:lstStyle/>
          <a:p>
            <a:pPr marL="0" indent="0">
              <a:buNone/>
            </a:pPr>
            <a:r>
              <a:rPr lang="de-DE" dirty="0"/>
              <a:t>Unser Kursportfolio enthält über 80 Methodenschulungen aus allen Bereichen rund um Software Quality Engineering, zusammengefasst in den folgenden Kategorien: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7F266-C689-EECC-50D3-7B3798DC4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848" y="5252828"/>
            <a:ext cx="8264303" cy="871626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4F85406-2586-7133-BB9F-15E350BF42DF}"/>
              </a:ext>
            </a:extLst>
          </p:cNvPr>
          <p:cNvSpPr txBox="1">
            <a:spLocks/>
          </p:cNvSpPr>
          <p:nvPr/>
        </p:nvSpPr>
        <p:spPr>
          <a:xfrm>
            <a:off x="1271464" y="2627977"/>
            <a:ext cx="11344030" cy="575517"/>
          </a:xfrm>
          <a:prstGeom prst="rect">
            <a:avLst/>
          </a:prstGeom>
        </p:spPr>
        <p:txBody>
          <a:bodyPr vert="horz" lIns="36000" tIns="0" rIns="0" bIns="0" numCol="2" rtlCol="0">
            <a:noAutofit/>
          </a:bodyPr>
          <a:lstStyle>
            <a:lvl1pPr marL="447675" indent="-447675" algn="l" defTabSz="914400" rtl="0" eaLnBrk="1" latinLnBrk="0" hangingPunct="1">
              <a:lnSpc>
                <a:spcPct val="95000"/>
              </a:lnSpc>
              <a:spcBef>
                <a:spcPts val="1800"/>
              </a:spcBef>
              <a:buClr>
                <a:srgbClr val="D20824"/>
              </a:buClr>
              <a:buSzPct val="110000"/>
              <a:buFont typeface="Wingdings" panose="05000000000000000000" pitchFamily="2" charset="2"/>
              <a:buChar char="§"/>
              <a:defRPr lang="de-AT" sz="2200" b="0" i="0" u="none" strike="noStrike" kern="0" cap="none" spc="0" baseline="0" dirty="0">
                <a:solidFill>
                  <a:srgbClr val="474949"/>
                </a:solidFill>
                <a:uFillTx/>
                <a:latin typeface="Univers LT Std 55" panose="020B0603020202020204" pitchFamily="34" charset="0"/>
                <a:ea typeface="Microsoft JhengHei" panose="020B0604030504040204" pitchFamily="34" charset="-120"/>
                <a:cs typeface="Segoe UI" panose="020B0502040204020203" pitchFamily="34" charset="0"/>
              </a:defRPr>
            </a:lvl1pPr>
            <a:lvl2pPr marL="809625" indent="-3619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474949"/>
              </a:buClr>
              <a:buSzPct val="110000"/>
              <a:buFont typeface="Wingdings" pitchFamily="2" charset="2"/>
              <a:buChar char="§"/>
              <a:defRPr lang="de-DE" sz="2000" b="0" i="0" u="none" strike="noStrike" kern="0" cap="none" spc="0" baseline="0" dirty="0" smtClean="0">
                <a:solidFill>
                  <a:srgbClr val="474949"/>
                </a:solidFill>
                <a:uFillTx/>
                <a:latin typeface="Univers LT Std 55" panose="020B0603020202020204" pitchFamily="34" charset="0"/>
                <a:ea typeface="+mn-ea"/>
                <a:cs typeface="Segoe UI" panose="020B0502040204020203" pitchFamily="34" charset="0"/>
              </a:defRPr>
            </a:lvl2pPr>
            <a:lvl3pPr marL="1076325" indent="-2667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474949"/>
              </a:buClr>
              <a:buFont typeface="Arial" panose="020B0604020202020204" pitchFamily="34" charset="0"/>
              <a:buChar char="•"/>
              <a:defRPr lang="de-DE" sz="1800" b="0" i="0" u="none" strike="noStrike" kern="0" cap="none" spc="0" baseline="0" dirty="0" smtClean="0">
                <a:solidFill>
                  <a:srgbClr val="474949"/>
                </a:solidFill>
                <a:uFillTx/>
                <a:latin typeface="Univers LT Std 55" panose="020B0603020202020204" pitchFamily="34" charset="0"/>
                <a:ea typeface="+mn-ea"/>
                <a:cs typeface="Segoe UI" panose="020B0502040204020203" pitchFamily="34" charset="0"/>
              </a:defRPr>
            </a:lvl3pPr>
            <a:lvl4pPr marL="1257300" indent="-1778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474949"/>
              </a:buClr>
              <a:buFont typeface="Arial" pitchFamily="34" charset="0"/>
              <a:buChar char="•"/>
              <a:defRPr lang="de-DE" sz="1600" b="0" i="0" u="none" strike="noStrike" kern="0" cap="none" spc="0" baseline="0" dirty="0" smtClean="0">
                <a:solidFill>
                  <a:srgbClr val="474949"/>
                </a:solidFill>
                <a:uFillTx/>
                <a:latin typeface="Univers LT Std 55" panose="020B0603020202020204" pitchFamily="34" charset="0"/>
                <a:ea typeface="+mn-ea"/>
                <a:cs typeface="Segoe UI" panose="020B0502040204020203" pitchFamily="34" charset="0"/>
              </a:defRPr>
            </a:lvl4pPr>
            <a:lvl5pPr marL="1524000" indent="-1778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474949"/>
              </a:buClr>
              <a:buFont typeface="Arial" pitchFamily="34" charset="0"/>
              <a:buChar char="•"/>
              <a:defRPr lang="de-DE" sz="1400" b="0" i="1" u="none" strike="noStrike" kern="0" cap="none" spc="0" baseline="0" dirty="0">
                <a:solidFill>
                  <a:srgbClr val="474949"/>
                </a:solidFill>
                <a:uFillTx/>
                <a:latin typeface="Univers LT Std 55" panose="020B0603020202020204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r" defTabSz="914400" rtl="0" eaLnBrk="1" latinLnBrk="0" hangingPunct="1">
              <a:lnSpc>
                <a:spcPct val="95000"/>
              </a:lnSpc>
              <a:spcBef>
                <a:spcPts val="300"/>
              </a:spcBef>
              <a:buFont typeface="Arial" pitchFamily="34" charset="0"/>
              <a:buNone/>
              <a:defRPr sz="1200" i="1" kern="1200">
                <a:solidFill>
                  <a:srgbClr val="474949"/>
                </a:solidFill>
                <a:latin typeface="Univers LT Std 55" panose="020B0603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+mn-lt"/>
              </a:rPr>
              <a:t>Requirements Engineering</a:t>
            </a:r>
            <a:br>
              <a:rPr lang="de-DE" dirty="0">
                <a:latin typeface="+mn-lt"/>
              </a:rPr>
            </a:br>
            <a:r>
              <a:rPr lang="de-DE" sz="1600" dirty="0">
                <a:solidFill>
                  <a:schemeClr val="accent6"/>
                </a:solidFill>
                <a:latin typeface="+mn-lt"/>
              </a:rPr>
              <a:t>z.B. IREB® CPRE</a:t>
            </a:r>
            <a:endParaRPr lang="de-DE" dirty="0">
              <a:latin typeface="+mn-lt"/>
            </a:endParaRPr>
          </a:p>
          <a:p>
            <a:r>
              <a:rPr lang="de-DE" dirty="0">
                <a:latin typeface="+mn-lt"/>
              </a:rPr>
              <a:t>Architecture, Modeling &amp; Design</a:t>
            </a:r>
            <a:br>
              <a:rPr lang="de-DE" dirty="0">
                <a:latin typeface="+mn-lt"/>
              </a:rPr>
            </a:br>
            <a:r>
              <a:rPr lang="de-DE" sz="1600" dirty="0">
                <a:solidFill>
                  <a:schemeClr val="accent6"/>
                </a:solidFill>
                <a:latin typeface="+mn-lt"/>
              </a:rPr>
              <a:t>z.B. iSAQB® CPSA</a:t>
            </a:r>
          </a:p>
          <a:p>
            <a:r>
              <a:rPr lang="de-DE" dirty="0">
                <a:latin typeface="+mn-lt"/>
              </a:rPr>
              <a:t>Programming &amp; DevOps</a:t>
            </a:r>
            <a:br>
              <a:rPr lang="de-DE" dirty="0">
                <a:latin typeface="+mn-lt"/>
              </a:rPr>
            </a:br>
            <a:r>
              <a:rPr lang="de-DE" sz="1600" dirty="0">
                <a:solidFill>
                  <a:schemeClr val="accent6"/>
                </a:solidFill>
                <a:latin typeface="+mn-lt"/>
              </a:rPr>
              <a:t>z.B. ICAgile®</a:t>
            </a:r>
          </a:p>
          <a:p>
            <a:r>
              <a:rPr lang="de-DE" dirty="0">
                <a:latin typeface="+mn-lt"/>
              </a:rPr>
              <a:t>Testing &amp; Quality Assurance</a:t>
            </a:r>
            <a:br>
              <a:rPr lang="de-DE" dirty="0">
                <a:latin typeface="+mn-lt"/>
              </a:rPr>
            </a:br>
            <a:r>
              <a:rPr lang="de-DE" sz="1600" dirty="0">
                <a:solidFill>
                  <a:schemeClr val="accent6"/>
                </a:solidFill>
                <a:latin typeface="+mn-lt"/>
              </a:rPr>
              <a:t>z.B. ISTQB® Certified Tester	</a:t>
            </a:r>
            <a:endParaRPr lang="de-DE" sz="1600" dirty="0">
              <a:latin typeface="+mn-lt"/>
            </a:endParaRPr>
          </a:p>
          <a:p>
            <a:r>
              <a:rPr lang="de-DE" dirty="0">
                <a:latin typeface="+mn-lt"/>
              </a:rPr>
              <a:t>Security &amp; Governance</a:t>
            </a:r>
            <a:br>
              <a:rPr lang="de-DE" dirty="0">
                <a:latin typeface="+mn-lt"/>
              </a:rPr>
            </a:br>
            <a:r>
              <a:rPr lang="de-DE" sz="1600" dirty="0">
                <a:solidFill>
                  <a:schemeClr val="accent6"/>
                </a:solidFill>
                <a:latin typeface="+mn-lt"/>
              </a:rPr>
              <a:t>z.B. CISSP</a:t>
            </a:r>
          </a:p>
          <a:p>
            <a:r>
              <a:rPr lang="de-DE" dirty="0">
                <a:latin typeface="+mn-lt"/>
              </a:rPr>
              <a:t>Agile &amp; other Methods</a:t>
            </a:r>
            <a:br>
              <a:rPr lang="de-DE" dirty="0">
                <a:latin typeface="+mn-lt"/>
              </a:rPr>
            </a:br>
            <a:r>
              <a:rPr lang="de-DE" sz="1600" dirty="0">
                <a:solidFill>
                  <a:schemeClr val="accent6"/>
                </a:solidFill>
                <a:latin typeface="+mn-lt"/>
              </a:rPr>
              <a:t>z.B. ISPMA®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86EFC95-4BEF-13B3-BEF4-B09A24628B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6061" y="0"/>
            <a:ext cx="7621954" cy="573088"/>
          </a:xfrm>
        </p:spPr>
        <p:txBody>
          <a:bodyPr/>
          <a:lstStyle/>
          <a:p>
            <a:r>
              <a:rPr lang="en-US" dirty="0" err="1"/>
              <a:t>Abschluss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8316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F272D963-232C-8525-FD02-91D44A1CB0BB}"/>
              </a:ext>
            </a:extLst>
          </p:cNvPr>
          <p:cNvSpPr txBox="1"/>
          <p:nvPr/>
        </p:nvSpPr>
        <p:spPr>
          <a:xfrm>
            <a:off x="0" y="16288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♥️ </a:t>
            </a:r>
            <a:r>
              <a:rPr lang="de-DE" sz="3600" b="1" dirty="0">
                <a:latin typeface="Roboto" panose="02000000000000000000" pitchFamily="2" charset="0"/>
                <a:ea typeface="Roboto" panose="02000000000000000000" pitchFamily="2" charset="0"/>
              </a:rPr>
              <a:t>D A N K E </a:t>
            </a:r>
            <a:r>
              <a:rPr lang="de-DE" sz="3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♥️</a:t>
            </a:r>
            <a:endParaRPr lang="de-AT" sz="3600" b="1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0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SWQL-Folienmaster">
  <a:themeElements>
    <a:clrScheme name="SQA Standard">
      <a:dk1>
        <a:srgbClr val="404040"/>
      </a:dk1>
      <a:lt1>
        <a:srgbClr val="FFFFFF"/>
      </a:lt1>
      <a:dk2>
        <a:srgbClr val="404040"/>
      </a:dk2>
      <a:lt2>
        <a:srgbClr val="FFFFFF"/>
      </a:lt2>
      <a:accent1>
        <a:srgbClr val="CC3300"/>
      </a:accent1>
      <a:accent2>
        <a:srgbClr val="0073D2"/>
      </a:accent2>
      <a:accent3>
        <a:srgbClr val="00855F"/>
      </a:accent3>
      <a:accent4>
        <a:srgbClr val="CC8812"/>
      </a:accent4>
      <a:accent5>
        <a:srgbClr val="D8D8D8"/>
      </a:accent5>
      <a:accent6>
        <a:srgbClr val="7F7F7F"/>
      </a:accent6>
      <a:hlink>
        <a:srgbClr val="005ADE"/>
      </a:hlink>
      <a:folHlink>
        <a:srgbClr val="002D6F"/>
      </a:folHlink>
    </a:clrScheme>
    <a:fontScheme name="SQA Standard">
      <a:majorFont>
        <a:latin typeface="Roboto Condensed Black"/>
        <a:ea typeface=""/>
        <a:cs typeface=""/>
      </a:majorFont>
      <a:minorFont>
        <a:latin typeface="Roboto"/>
        <a:ea typeface=""/>
        <a:cs typeface=""/>
      </a:minorFont>
    </a:fontScheme>
    <a:fmtScheme name="Klarhe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DAD35D02-7352-4F76-8978-A49F23BD417D}" vid="{E08ECC29-6367-4346-8120-01CD4C60CAEF}"/>
    </a:ext>
  </a:extLst>
</a:theme>
</file>

<file path=ppt/theme/theme2.xml><?xml version="1.0" encoding="utf-8"?>
<a:theme xmlns:a="http://schemas.openxmlformats.org/drawingml/2006/main" name="SWQL-Titelmaster">
  <a:themeElements>
    <a:clrScheme name="SWQL-Farbe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20029"/>
      </a:accent1>
      <a:accent2>
        <a:srgbClr val="0073D2"/>
      </a:accent2>
      <a:accent3>
        <a:srgbClr val="00855F"/>
      </a:accent3>
      <a:accent4>
        <a:srgbClr val="CC8812"/>
      </a:accent4>
      <a:accent5>
        <a:srgbClr val="D8D8D8"/>
      </a:accent5>
      <a:accent6>
        <a:srgbClr val="7F7F7F"/>
      </a:accent6>
      <a:hlink>
        <a:srgbClr val="005ADE"/>
      </a:hlink>
      <a:folHlink>
        <a:srgbClr val="002D6F"/>
      </a:folHlink>
    </a:clrScheme>
    <a:fontScheme name="SWQL-Schriftarten 2">
      <a:majorFont>
        <a:latin typeface="Square721 Cn BT"/>
        <a:ea typeface=""/>
        <a:cs typeface=""/>
      </a:majorFont>
      <a:minorFont>
        <a:latin typeface="Arial"/>
        <a:ea typeface=""/>
        <a:cs typeface=""/>
      </a:minorFont>
    </a:fontScheme>
    <a:fmtScheme name="Klarhe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DAD35D02-7352-4F76-8978-A49F23BD417D}" vid="{4B1474B3-F7FA-4DB0-9F24-879D50AE3306}"/>
    </a:ext>
  </a:extLst>
</a:theme>
</file>

<file path=ppt/theme/theme3.xml><?xml version="1.0" encoding="utf-8"?>
<a:theme xmlns:a="http://schemas.openxmlformats.org/drawingml/2006/main" name="Larissa">
  <a:themeElements>
    <a:clrScheme name="SQA Standard">
      <a:dk1>
        <a:srgbClr val="404040"/>
      </a:dk1>
      <a:lt1>
        <a:srgbClr val="FFFFFF"/>
      </a:lt1>
      <a:dk2>
        <a:srgbClr val="404040"/>
      </a:dk2>
      <a:lt2>
        <a:srgbClr val="FFFFFF"/>
      </a:lt2>
      <a:accent1>
        <a:srgbClr val="CC3300"/>
      </a:accent1>
      <a:accent2>
        <a:srgbClr val="0073D2"/>
      </a:accent2>
      <a:accent3>
        <a:srgbClr val="00855F"/>
      </a:accent3>
      <a:accent4>
        <a:srgbClr val="CC8812"/>
      </a:accent4>
      <a:accent5>
        <a:srgbClr val="D8D8D8"/>
      </a:accent5>
      <a:accent6>
        <a:srgbClr val="7F7F7F"/>
      </a:accent6>
      <a:hlink>
        <a:srgbClr val="005ADE"/>
      </a:hlink>
      <a:folHlink>
        <a:srgbClr val="002D6F"/>
      </a:folHlink>
    </a:clrScheme>
    <a:fontScheme name="SQA Standard">
      <a:majorFont>
        <a:latin typeface="Roboto Condensed Black"/>
        <a:ea typeface=""/>
        <a:cs typeface=""/>
      </a:majorFont>
      <a:minorFont>
        <a:latin typeface="Robot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SQA Standard">
      <a:dk1>
        <a:srgbClr val="404040"/>
      </a:dk1>
      <a:lt1>
        <a:srgbClr val="FFFFFF"/>
      </a:lt1>
      <a:dk2>
        <a:srgbClr val="404040"/>
      </a:dk2>
      <a:lt2>
        <a:srgbClr val="FFFFFF"/>
      </a:lt2>
      <a:accent1>
        <a:srgbClr val="CC3300"/>
      </a:accent1>
      <a:accent2>
        <a:srgbClr val="0073D2"/>
      </a:accent2>
      <a:accent3>
        <a:srgbClr val="00855F"/>
      </a:accent3>
      <a:accent4>
        <a:srgbClr val="CC8812"/>
      </a:accent4>
      <a:accent5>
        <a:srgbClr val="D8D8D8"/>
      </a:accent5>
      <a:accent6>
        <a:srgbClr val="7F7F7F"/>
      </a:accent6>
      <a:hlink>
        <a:srgbClr val="005ADE"/>
      </a:hlink>
      <a:folHlink>
        <a:srgbClr val="002D6F"/>
      </a:folHlink>
    </a:clrScheme>
    <a:fontScheme name="SQA Standard">
      <a:majorFont>
        <a:latin typeface="Roboto Condensed Black"/>
        <a:ea typeface=""/>
        <a:cs typeface=""/>
      </a:majorFont>
      <a:minorFont>
        <a:latin typeface="Robot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53F9AD4701D74DB58DD0C75C8C35B2" ma:contentTypeVersion="15" ma:contentTypeDescription="Create a new document." ma:contentTypeScope="" ma:versionID="6c87b44bdd4b116a6509aea0f781966b">
  <xsd:schema xmlns:xsd="http://www.w3.org/2001/XMLSchema" xmlns:xs="http://www.w3.org/2001/XMLSchema" xmlns:p="http://schemas.microsoft.com/office/2006/metadata/properties" xmlns:ns2="c6dd9909-853d-4c8a-8b55-76028774af6f" xmlns:ns3="ddf6d3e9-c638-4537-9f20-6baf57f15509" targetNamespace="http://schemas.microsoft.com/office/2006/metadata/properties" ma:root="true" ma:fieldsID="b67656ddc398240e7b6df05b82758692" ns2:_="" ns3:_="">
    <xsd:import namespace="c6dd9909-853d-4c8a-8b55-76028774af6f"/>
    <xsd:import namespace="ddf6d3e9-c638-4537-9f20-6baf57f155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dd9909-853d-4c8a-8b55-76028774af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616832da-6e69-47ed-91cd-bbcbf20800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f6d3e9-c638-4537-9f20-6baf57f1550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2acf543-b718-4452-920e-ad17de8769de}" ma:internalName="TaxCatchAll" ma:showField="CatchAllData" ma:web="ddf6d3e9-c638-4537-9f20-6baf57f155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f6d3e9-c638-4537-9f20-6baf57f15509" xsi:nil="true"/>
    <lcf76f155ced4ddcb4097134ff3c332f xmlns="c6dd9909-853d-4c8a-8b55-76028774af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1805902-F9F6-44F1-94D8-6E7FED8086CE}"/>
</file>

<file path=customXml/itemProps2.xml><?xml version="1.0" encoding="utf-8"?>
<ds:datastoreItem xmlns:ds="http://schemas.openxmlformats.org/officeDocument/2006/customXml" ds:itemID="{BFE6B066-7E59-418D-A8E8-8C8F7A4E6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54C59A-AC05-4538-9C3A-6AE4D412B77F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f5bfe101-27fa-43b2-a442-b95881a670ca"/>
    <ds:schemaRef ds:uri="http://schemas.microsoft.com/office/infopath/2007/PartnerControls"/>
    <ds:schemaRef ds:uri="67129d45-7453-43dd-85a6-56455b350b2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SWQL_Präsentationstemplate_16_9</Template>
  <TotalTime>0</TotalTime>
  <Words>220</Words>
  <Application>Microsoft Office PowerPoint</Application>
  <PresentationFormat>Breitbild</PresentationFormat>
  <Paragraphs>33</Paragraphs>
  <Slides>6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5" baseType="lpstr">
      <vt:lpstr>Roboto</vt:lpstr>
      <vt:lpstr>Tahoma</vt:lpstr>
      <vt:lpstr>Arial</vt:lpstr>
      <vt:lpstr>Wingdings</vt:lpstr>
      <vt:lpstr>Univers LT Std 55</vt:lpstr>
      <vt:lpstr>Roboto Condensed Black</vt:lpstr>
      <vt:lpstr>Square721 Cn BT</vt:lpstr>
      <vt:lpstr>SWQL-Folienmaster</vt:lpstr>
      <vt:lpstr>SWQL-Titelmaster</vt:lpstr>
      <vt:lpstr>Abschluss</vt:lpstr>
      <vt:lpstr>Was nehme ich mir mit?</vt:lpstr>
      <vt:lpstr>Ab morgen!</vt:lpstr>
      <vt:lpstr>Weiterer Weg in der Ausbildung</vt:lpstr>
      <vt:lpstr>Weiterführende Themen</vt:lpstr>
      <vt:lpstr>PowerPoint-Präsentation</vt:lpstr>
    </vt:vector>
  </TitlesOfParts>
  <Manager>Johannes Bergsmann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Testen im Softwareentwicklungslebenszyklus</dc:title>
  <dc:subject>Präsentation</dc:subject>
  <dc:creator>Franz Schiller</dc:creator>
  <cp:lastModifiedBy>Dumhart Raphael</cp:lastModifiedBy>
  <cp:revision>101</cp:revision>
  <dcterms:created xsi:type="dcterms:W3CDTF">2022-04-20T04:56:07Z</dcterms:created>
  <dcterms:modified xsi:type="dcterms:W3CDTF">2025-05-01T19:10:01Z</dcterms:modified>
  <cp:category>SWQL Präsentation</cp:category>
  <cp:contentStatus>freigegeben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igentümer">
    <vt:lpwstr>SWQL</vt:lpwstr>
  </property>
  <property fmtid="{D5CDD505-2E9C-101B-9397-08002B2CF9AE}" pid="3" name="ContentTypeId">
    <vt:lpwstr>0x0101005453F9AD4701D74DB58DD0C75C8C35B2</vt:lpwstr>
  </property>
  <property fmtid="{D5CDD505-2E9C-101B-9397-08002B2CF9AE}" pid="4" name="Version">
    <vt:lpwstr>N/A</vt:lpwstr>
  </property>
  <property fmtid="{D5CDD505-2E9C-101B-9397-08002B2CF9AE}" pid="5" name="Order">
    <vt:r8>2000</vt:r8>
  </property>
  <property fmtid="{D5CDD505-2E9C-101B-9397-08002B2CF9AE}" pid="6" name="_dlc_DocIdItemGuid">
    <vt:lpwstr>3166b4f7-6935-46b9-9fb0-ba9b763c29ef</vt:lpwstr>
  </property>
</Properties>
</file>